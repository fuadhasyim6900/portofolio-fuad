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Quantico"/>
      <p:regular r:id="rId18"/>
      <p:bold r:id="rId19"/>
      <p:italic r:id="rId20"/>
      <p:boldItalic r:id="rId21"/>
    </p:embeddedFont>
    <p:embeddedFont>
      <p:font typeface="Nunito"/>
      <p:regular r:id="rId22"/>
      <p:bold r:id="rId23"/>
      <p:italic r:id="rId24"/>
      <p:boldItalic r:id="rId25"/>
    </p:embeddedFont>
    <p:embeddedFont>
      <p:font typeface="Merriweather Light"/>
      <p:regular r:id="rId26"/>
      <p:bold r:id="rId27"/>
      <p:italic r:id="rId28"/>
      <p:boldItalic r:id="rId29"/>
    </p:embeddedFont>
    <p:embeddedFont>
      <p:font typeface="Lato"/>
      <p:regular r:id="rId30"/>
      <p:bold r:id="rId31"/>
      <p:italic r:id="rId32"/>
      <p:boldItalic r:id="rId33"/>
    </p:embeddedFont>
    <p:embeddedFont>
      <p:font typeface="Maven Pro"/>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ntico-italic.fntdata"/><Relationship Id="rId22" Type="http://schemas.openxmlformats.org/officeDocument/2006/relationships/font" Target="fonts/Nunito-regular.fntdata"/><Relationship Id="rId21" Type="http://schemas.openxmlformats.org/officeDocument/2006/relationships/font" Target="fonts/Quantico-boldItalic.fntdata"/><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erriweatherLight-regular.fntdata"/><Relationship Id="rId25" Type="http://schemas.openxmlformats.org/officeDocument/2006/relationships/font" Target="fonts/Nunito-boldItalic.fntdata"/><Relationship Id="rId28" Type="http://schemas.openxmlformats.org/officeDocument/2006/relationships/font" Target="fonts/MerriweatherLight-italic.fntdata"/><Relationship Id="rId27" Type="http://schemas.openxmlformats.org/officeDocument/2006/relationships/font" Target="fonts/Merriweather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erriweatherLigh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5.xml"/><Relationship Id="rId33" Type="http://schemas.openxmlformats.org/officeDocument/2006/relationships/font" Target="fonts/Lato-boldItalic.fntdata"/><Relationship Id="rId10" Type="http://schemas.openxmlformats.org/officeDocument/2006/relationships/slide" Target="slides/slide4.xml"/><Relationship Id="rId32" Type="http://schemas.openxmlformats.org/officeDocument/2006/relationships/font" Target="fonts/Lato-italic.fntdata"/><Relationship Id="rId13" Type="http://schemas.openxmlformats.org/officeDocument/2006/relationships/slide" Target="slides/slide7.xml"/><Relationship Id="rId35" Type="http://schemas.openxmlformats.org/officeDocument/2006/relationships/font" Target="fonts/MavenPro-bold.fntdata"/><Relationship Id="rId12" Type="http://schemas.openxmlformats.org/officeDocument/2006/relationships/slide" Target="slides/slide6.xml"/><Relationship Id="rId34" Type="http://schemas.openxmlformats.org/officeDocument/2006/relationships/font" Target="fonts/MavenPro-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Quantico-bold.fntdata"/><Relationship Id="rId18" Type="http://schemas.openxmlformats.org/officeDocument/2006/relationships/font" Target="fonts/Quantic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80e22c1e0c_0_1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80e22c1e0c_0_1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80e22c1e0c_0_1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80e22c1e0c_0_1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80e22c1e0c_0_1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80e22c1e0c_0_1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80e22c1e0c_0_1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80e22c1e0c_0_1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80e22c1e0c_0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80e22c1e0c_0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80e22c1e0c_0_2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80e22c1e0c_0_2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80e22c1e0c_0_2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80e22c1e0c_0_2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80e22c1e0c_0_2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80e22c1e0c_0_2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80e22c1e0c_0_1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380e22c1e0c_0_1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80e22c1e0c_0_2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80e22c1e0c_0_2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80e22c1e0c_0_2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80e22c1e0c_0_2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TITLE_1">
    <p:spTree>
      <p:nvGrpSpPr>
        <p:cNvPr id="273" name="Shape 273"/>
        <p:cNvGrpSpPr/>
        <p:nvPr/>
      </p:nvGrpSpPr>
      <p:grpSpPr>
        <a:xfrm>
          <a:off x="0" y="0"/>
          <a:ext cx="0" cy="0"/>
          <a:chOff x="0" y="0"/>
          <a:chExt cx="0" cy="0"/>
        </a:xfrm>
      </p:grpSpPr>
      <p:sp>
        <p:nvSpPr>
          <p:cNvPr id="274" name="Google Shape;274;p13"/>
          <p:cNvSpPr/>
          <p:nvPr>
            <p:ph idx="2" type="pic"/>
          </p:nvPr>
        </p:nvSpPr>
        <p:spPr>
          <a:xfrm>
            <a:off x="0" y="1693150"/>
            <a:ext cx="4494900" cy="2755800"/>
          </a:xfrm>
          <a:prstGeom prst="rect">
            <a:avLst/>
          </a:prstGeom>
          <a:noFill/>
          <a:ln>
            <a:noFill/>
          </a:ln>
        </p:spPr>
      </p:sp>
      <p:sp>
        <p:nvSpPr>
          <p:cNvPr id="275" name="Google Shape;275;p13"/>
          <p:cNvSpPr txBox="1"/>
          <p:nvPr/>
        </p:nvSpPr>
        <p:spPr>
          <a:xfrm>
            <a:off x="0" y="-125188"/>
            <a:ext cx="9144000" cy="152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sz="11800">
              <a:latin typeface="Merriweather Light"/>
              <a:ea typeface="Merriweather Light"/>
              <a:cs typeface="Merriweather Light"/>
              <a:sym typeface="Merriweather Light"/>
            </a:endParaRPr>
          </a:p>
        </p:txBody>
      </p:sp>
      <p:sp>
        <p:nvSpPr>
          <p:cNvPr id="276" name="Google Shape;276;p13"/>
          <p:cNvSpPr txBox="1"/>
          <p:nvPr>
            <p:ph idx="1" type="subTitle"/>
          </p:nvPr>
        </p:nvSpPr>
        <p:spPr>
          <a:xfrm>
            <a:off x="4658775" y="4015525"/>
            <a:ext cx="4256400" cy="899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dk1"/>
              </a:buClr>
              <a:buSzPts val="3000"/>
              <a:buFont typeface="Merriweather Light"/>
              <a:buNone/>
              <a:defRPr sz="3000">
                <a:latin typeface="Merriweather Light"/>
                <a:ea typeface="Merriweather Light"/>
                <a:cs typeface="Merriweather Light"/>
                <a:sym typeface="Merriweather Ligh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7" name="Google Shape;277;p13"/>
          <p:cNvSpPr txBox="1"/>
          <p:nvPr>
            <p:ph idx="3" type="body"/>
          </p:nvPr>
        </p:nvSpPr>
        <p:spPr>
          <a:xfrm>
            <a:off x="4658775" y="2585350"/>
            <a:ext cx="4278600" cy="802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278" name="Google Shape;278;p13"/>
          <p:cNvSpPr txBox="1"/>
          <p:nvPr>
            <p:ph type="title"/>
          </p:nvPr>
        </p:nvSpPr>
        <p:spPr>
          <a:xfrm>
            <a:off x="0" y="-204100"/>
            <a:ext cx="9144000" cy="1687500"/>
          </a:xfrm>
          <a:prstGeom prst="rect">
            <a:avLst/>
          </a:prstGeom>
        </p:spPr>
        <p:txBody>
          <a:bodyPr anchorCtr="0" anchor="t" bIns="91425" lIns="91425" spcFirstLastPara="1" rIns="91425" wrap="square" tIns="91425">
            <a:normAutofit/>
          </a:bodyPr>
          <a:lstStyle>
            <a:lvl1pPr lvl="0">
              <a:spcBef>
                <a:spcPts val="0"/>
              </a:spcBef>
              <a:spcAft>
                <a:spcPts val="0"/>
              </a:spcAft>
              <a:buSzPts val="11800"/>
              <a:buFont typeface="Merriweather Light"/>
              <a:buNone/>
              <a:defRPr sz="11800"/>
            </a:lvl1pPr>
            <a:lvl2pPr lvl="1">
              <a:spcBef>
                <a:spcPts val="0"/>
              </a:spcBef>
              <a:spcAft>
                <a:spcPts val="0"/>
              </a:spcAft>
              <a:buSzPts val="11800"/>
              <a:buFont typeface="Merriweather Light"/>
              <a:buNone/>
              <a:defRPr sz="11800"/>
            </a:lvl2pPr>
            <a:lvl3pPr lvl="2">
              <a:spcBef>
                <a:spcPts val="0"/>
              </a:spcBef>
              <a:spcAft>
                <a:spcPts val="0"/>
              </a:spcAft>
              <a:buSzPts val="11800"/>
              <a:buFont typeface="Merriweather Light"/>
              <a:buNone/>
              <a:defRPr sz="11800"/>
            </a:lvl3pPr>
            <a:lvl4pPr lvl="3">
              <a:spcBef>
                <a:spcPts val="0"/>
              </a:spcBef>
              <a:spcAft>
                <a:spcPts val="0"/>
              </a:spcAft>
              <a:buSzPts val="11800"/>
              <a:buFont typeface="Merriweather Light"/>
              <a:buNone/>
              <a:defRPr sz="11800"/>
            </a:lvl4pPr>
            <a:lvl5pPr lvl="4">
              <a:spcBef>
                <a:spcPts val="0"/>
              </a:spcBef>
              <a:spcAft>
                <a:spcPts val="0"/>
              </a:spcAft>
              <a:buSzPts val="11800"/>
              <a:buFont typeface="Merriweather Light"/>
              <a:buNone/>
              <a:defRPr sz="11800"/>
            </a:lvl5pPr>
            <a:lvl6pPr lvl="5">
              <a:spcBef>
                <a:spcPts val="0"/>
              </a:spcBef>
              <a:spcAft>
                <a:spcPts val="0"/>
              </a:spcAft>
              <a:buSzPts val="11800"/>
              <a:buFont typeface="Merriweather Light"/>
              <a:buNone/>
              <a:defRPr sz="11800"/>
            </a:lvl6pPr>
            <a:lvl7pPr lvl="6">
              <a:spcBef>
                <a:spcPts val="0"/>
              </a:spcBef>
              <a:spcAft>
                <a:spcPts val="0"/>
              </a:spcAft>
              <a:buSzPts val="11800"/>
              <a:buFont typeface="Merriweather Light"/>
              <a:buNone/>
              <a:defRPr sz="11800"/>
            </a:lvl7pPr>
            <a:lvl8pPr lvl="7">
              <a:spcBef>
                <a:spcPts val="0"/>
              </a:spcBef>
              <a:spcAft>
                <a:spcPts val="0"/>
              </a:spcAft>
              <a:buSzPts val="11800"/>
              <a:buFont typeface="Merriweather Light"/>
              <a:buNone/>
              <a:defRPr sz="11800"/>
            </a:lvl8pPr>
            <a:lvl9pPr lvl="8">
              <a:spcBef>
                <a:spcPts val="0"/>
              </a:spcBef>
              <a:spcAft>
                <a:spcPts val="0"/>
              </a:spcAft>
              <a:buSzPts val="11800"/>
              <a:buFont typeface="Merriweather Light"/>
              <a:buNone/>
              <a:defRPr sz="11800"/>
            </a:lvl9pPr>
          </a:lstStyle>
          <a:p/>
        </p:txBody>
      </p:sp>
      <p:sp>
        <p:nvSpPr>
          <p:cNvPr id="279" name="Google Shape;279;p13"/>
          <p:cNvSpPr txBox="1"/>
          <p:nvPr>
            <p:ph idx="4" type="body"/>
          </p:nvPr>
        </p:nvSpPr>
        <p:spPr>
          <a:xfrm>
            <a:off x="228600" y="4597400"/>
            <a:ext cx="3150000" cy="317400"/>
          </a:xfrm>
          <a:prstGeom prst="rect">
            <a:avLst/>
          </a:prstGeom>
        </p:spPr>
        <p:txBody>
          <a:bodyPr anchorCtr="0" anchor="b" bIns="91425" lIns="91425" spcFirstLastPara="1" rIns="91425" wrap="square" tIns="91425">
            <a:norm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283" name="Shape 283"/>
        <p:cNvGrpSpPr/>
        <p:nvPr/>
      </p:nvGrpSpPr>
      <p:grpSpPr>
        <a:xfrm>
          <a:off x="0" y="0"/>
          <a:ext cx="0" cy="0"/>
          <a:chOff x="0" y="0"/>
          <a:chExt cx="0" cy="0"/>
        </a:xfrm>
      </p:grpSpPr>
      <p:sp>
        <p:nvSpPr>
          <p:cNvPr id="284" name="Google Shape;284;p15"/>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85" name="Google Shape;285;p15"/>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86" name="Google Shape;286;p15"/>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87" name="Google Shape;287;p15"/>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288" name="Google Shape;288;p15"/>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289" name="Shape 289"/>
        <p:cNvGrpSpPr/>
        <p:nvPr/>
      </p:nvGrpSpPr>
      <p:grpSpPr>
        <a:xfrm>
          <a:off x="0" y="0"/>
          <a:ext cx="0" cy="0"/>
          <a:chOff x="0" y="0"/>
          <a:chExt cx="0" cy="0"/>
        </a:xfrm>
      </p:grpSpPr>
      <p:sp>
        <p:nvSpPr>
          <p:cNvPr id="290" name="Google Shape;290;p16"/>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291" name="Google Shape;291;p16"/>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292" name="Google Shape;292;p16"/>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293" name="Google Shape;293;p16"/>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294" name="Google Shape;294;p16"/>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95" name="Google Shape;295;p16"/>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96" name="Google Shape;296;p16"/>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297" name="Shape 297"/>
        <p:cNvGrpSpPr/>
        <p:nvPr/>
      </p:nvGrpSpPr>
      <p:grpSpPr>
        <a:xfrm>
          <a:off x="0" y="0"/>
          <a:ext cx="0" cy="0"/>
          <a:chOff x="0" y="0"/>
          <a:chExt cx="0" cy="0"/>
        </a:xfrm>
      </p:grpSpPr>
      <p:sp>
        <p:nvSpPr>
          <p:cNvPr id="298" name="Google Shape;298;p17"/>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99" name="Google Shape;299;p17"/>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0" name="Google Shape;300;p17"/>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1" name="Google Shape;301;p17"/>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2" name="Google Shape;302;p17"/>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3" name="Google Shape;303;p17"/>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4" name="Google Shape;304;p17"/>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5" name="Google Shape;305;p17"/>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6" name="Google Shape;306;p17"/>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7" name="Google Shape;307;p17"/>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08" name="Google Shape;308;p17"/>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09" name="Google Shape;309;p17"/>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10" name="Google Shape;310;p17"/>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11" name="Google Shape;311;p17"/>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312" name="Shape 312"/>
        <p:cNvGrpSpPr/>
        <p:nvPr/>
      </p:nvGrpSpPr>
      <p:grpSpPr>
        <a:xfrm>
          <a:off x="0" y="0"/>
          <a:ext cx="0" cy="0"/>
          <a:chOff x="0" y="0"/>
          <a:chExt cx="0" cy="0"/>
        </a:xfrm>
      </p:grpSpPr>
      <p:sp>
        <p:nvSpPr>
          <p:cNvPr id="313" name="Google Shape;313;p18"/>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4" name="Google Shape;314;p18"/>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5" name="Google Shape;315;p18"/>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6" name="Google Shape;316;p18"/>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317" name="Google Shape;317;p18"/>
          <p:cNvSpPr/>
          <p:nvPr>
            <p:ph idx="2" type="pic"/>
          </p:nvPr>
        </p:nvSpPr>
        <p:spPr>
          <a:xfrm>
            <a:off x="1801500" y="1497750"/>
            <a:ext cx="1801500" cy="1822500"/>
          </a:xfrm>
          <a:prstGeom prst="snip1Rect">
            <a:avLst>
              <a:gd fmla="val 17337" name="adj"/>
            </a:avLst>
          </a:prstGeom>
          <a:noFill/>
          <a:ln>
            <a:noFill/>
          </a:ln>
        </p:spPr>
      </p:sp>
      <p:sp>
        <p:nvSpPr>
          <p:cNvPr id="318" name="Google Shape;318;p18"/>
          <p:cNvSpPr/>
          <p:nvPr>
            <p:ph idx="3" type="pic"/>
          </p:nvPr>
        </p:nvSpPr>
        <p:spPr>
          <a:xfrm>
            <a:off x="1801500" y="3320250"/>
            <a:ext cx="1801500" cy="1822500"/>
          </a:xfrm>
          <a:prstGeom prst="snip1Rect">
            <a:avLst>
              <a:gd fmla="val 17337" name="adj"/>
            </a:avLst>
          </a:prstGeom>
          <a:noFill/>
          <a:ln>
            <a:noFill/>
          </a:ln>
        </p:spPr>
      </p:sp>
      <p:sp>
        <p:nvSpPr>
          <p:cNvPr id="319" name="Google Shape;319;p18"/>
          <p:cNvSpPr/>
          <p:nvPr>
            <p:ph idx="4" type="pic"/>
          </p:nvPr>
        </p:nvSpPr>
        <p:spPr>
          <a:xfrm>
            <a:off x="0" y="1497750"/>
            <a:ext cx="1801500" cy="1822500"/>
          </a:xfrm>
          <a:prstGeom prst="snip1Rect">
            <a:avLst>
              <a:gd fmla="val 17337" name="adj"/>
            </a:avLst>
          </a:prstGeom>
          <a:noFill/>
          <a:ln>
            <a:noFill/>
          </a:ln>
        </p:spPr>
      </p:sp>
      <p:sp>
        <p:nvSpPr>
          <p:cNvPr id="320" name="Google Shape;320;p18"/>
          <p:cNvSpPr/>
          <p:nvPr>
            <p:ph idx="5" type="pic"/>
          </p:nvPr>
        </p:nvSpPr>
        <p:spPr>
          <a:xfrm>
            <a:off x="0" y="3320250"/>
            <a:ext cx="1801500" cy="1822500"/>
          </a:xfrm>
          <a:prstGeom prst="snip1Rect">
            <a:avLst>
              <a:gd fmla="val 17337" name="adj"/>
            </a:avLst>
          </a:prstGeom>
          <a:noFill/>
          <a:ln>
            <a:noFill/>
          </a:ln>
        </p:spPr>
      </p:sp>
      <p:sp>
        <p:nvSpPr>
          <p:cNvPr id="321" name="Google Shape;321;p18"/>
          <p:cNvSpPr/>
          <p:nvPr>
            <p:ph idx="6" type="pic"/>
          </p:nvPr>
        </p:nvSpPr>
        <p:spPr>
          <a:xfrm>
            <a:off x="3603000" y="1497750"/>
            <a:ext cx="1801500" cy="1822500"/>
          </a:xfrm>
          <a:prstGeom prst="snip1Rect">
            <a:avLst>
              <a:gd fmla="val 17337" name="adj"/>
            </a:avLst>
          </a:prstGeom>
          <a:noFill/>
          <a:ln>
            <a:noFill/>
          </a:ln>
        </p:spPr>
      </p:sp>
      <p:sp>
        <p:nvSpPr>
          <p:cNvPr id="322" name="Google Shape;322;p18"/>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323" name="Shape 323"/>
        <p:cNvGrpSpPr/>
        <p:nvPr/>
      </p:nvGrpSpPr>
      <p:grpSpPr>
        <a:xfrm>
          <a:off x="0" y="0"/>
          <a:ext cx="0" cy="0"/>
          <a:chOff x="0" y="0"/>
          <a:chExt cx="0" cy="0"/>
        </a:xfrm>
      </p:grpSpPr>
      <p:sp>
        <p:nvSpPr>
          <p:cNvPr id="324" name="Google Shape;324;p19"/>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5" name="Google Shape;325;p19"/>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6" name="Google Shape;326;p19"/>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7" name="Google Shape;327;p19"/>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328" name="Google Shape;328;p19"/>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329" name="Google Shape;329;p19"/>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330" name="Google Shape;330;p19"/>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331" name="Google Shape;331;p19"/>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32" name="Google Shape;332;p19"/>
          <p:cNvSpPr/>
          <p:nvPr>
            <p:ph idx="5" type="pic"/>
          </p:nvPr>
        </p:nvSpPr>
        <p:spPr>
          <a:xfrm>
            <a:off x="0" y="1502400"/>
            <a:ext cx="5404500" cy="3639600"/>
          </a:xfrm>
          <a:prstGeom prst="snip1Rect">
            <a:avLst>
              <a:gd fmla="val 16026" name="adj"/>
            </a:avLst>
          </a:prstGeom>
          <a:noFill/>
          <a:ln>
            <a:noFill/>
          </a:ln>
        </p:spPr>
      </p:sp>
      <p:sp>
        <p:nvSpPr>
          <p:cNvPr id="333" name="Google Shape;333;p19"/>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34" name="Google Shape;334;p19"/>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335" name="Shape 335"/>
        <p:cNvGrpSpPr/>
        <p:nvPr/>
      </p:nvGrpSpPr>
      <p:grpSpPr>
        <a:xfrm>
          <a:off x="0" y="0"/>
          <a:ext cx="0" cy="0"/>
          <a:chOff x="0" y="0"/>
          <a:chExt cx="0" cy="0"/>
        </a:xfrm>
      </p:grpSpPr>
      <p:sp>
        <p:nvSpPr>
          <p:cNvPr id="336" name="Google Shape;336;p20"/>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37" name="Google Shape;337;p20"/>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338" name="Google Shape;338;p20"/>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339" name="Google Shape;339;p20"/>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340" name="Shape 340"/>
        <p:cNvGrpSpPr/>
        <p:nvPr/>
      </p:nvGrpSpPr>
      <p:grpSpPr>
        <a:xfrm>
          <a:off x="0" y="0"/>
          <a:ext cx="0" cy="0"/>
          <a:chOff x="0" y="0"/>
          <a:chExt cx="0" cy="0"/>
        </a:xfrm>
      </p:grpSpPr>
      <p:sp>
        <p:nvSpPr>
          <p:cNvPr id="341" name="Google Shape;341;p21"/>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42" name="Google Shape;342;p21"/>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43" name="Google Shape;343;p21"/>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44" name="Google Shape;344;p21"/>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45" name="Google Shape;345;p21"/>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346" name="Google Shape;346;p21"/>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347" name="Google Shape;347;p21"/>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348" name="Shape 348"/>
        <p:cNvGrpSpPr/>
        <p:nvPr/>
      </p:nvGrpSpPr>
      <p:grpSpPr>
        <a:xfrm>
          <a:off x="0" y="0"/>
          <a:ext cx="0" cy="0"/>
          <a:chOff x="0" y="0"/>
          <a:chExt cx="0" cy="0"/>
        </a:xfrm>
      </p:grpSpPr>
      <p:sp>
        <p:nvSpPr>
          <p:cNvPr id="349" name="Google Shape;349;p22"/>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350" name="Google Shape;350;p22"/>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1" name="Google Shape;351;p22"/>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352" name="Google Shape;352;p22"/>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353" name="Google Shape;353;p22"/>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354" name="Google Shape;354;p22"/>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355" name="Google Shape;355;p22"/>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356" name="Shape 356"/>
        <p:cNvGrpSpPr/>
        <p:nvPr/>
      </p:nvGrpSpPr>
      <p:grpSpPr>
        <a:xfrm>
          <a:off x="0" y="0"/>
          <a:ext cx="0" cy="0"/>
          <a:chOff x="0" y="0"/>
          <a:chExt cx="0" cy="0"/>
        </a:xfrm>
      </p:grpSpPr>
      <p:sp>
        <p:nvSpPr>
          <p:cNvPr id="357" name="Google Shape;357;p23"/>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8" name="Google Shape;358;p23"/>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359" name="Google Shape;359;p23"/>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360" name="Google Shape;360;p23"/>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361" name="Google Shape;361;p23"/>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362" name="Google Shape;362;p23"/>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363" name="Google Shape;363;p23"/>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364" name="Shape 364"/>
        <p:cNvGrpSpPr/>
        <p:nvPr/>
      </p:nvGrpSpPr>
      <p:grpSpPr>
        <a:xfrm>
          <a:off x="0" y="0"/>
          <a:ext cx="0" cy="0"/>
          <a:chOff x="0" y="0"/>
          <a:chExt cx="0" cy="0"/>
        </a:xfrm>
      </p:grpSpPr>
      <p:sp>
        <p:nvSpPr>
          <p:cNvPr id="365" name="Google Shape;365;p24"/>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66" name="Google Shape;366;p24"/>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67" name="Google Shape;367;p24"/>
          <p:cNvSpPr/>
          <p:nvPr>
            <p:ph idx="2" type="pic"/>
          </p:nvPr>
        </p:nvSpPr>
        <p:spPr>
          <a:xfrm flipH="1">
            <a:off x="4930693" y="619550"/>
            <a:ext cx="2100300" cy="1513500"/>
          </a:xfrm>
          <a:prstGeom prst="snip1Rect">
            <a:avLst>
              <a:gd fmla="val 0" name="adj"/>
            </a:avLst>
          </a:prstGeom>
          <a:noFill/>
          <a:ln>
            <a:noFill/>
          </a:ln>
        </p:spPr>
      </p:sp>
      <p:sp>
        <p:nvSpPr>
          <p:cNvPr id="368" name="Google Shape;368;p24"/>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369" name="Google Shape;369;p24"/>
          <p:cNvSpPr/>
          <p:nvPr>
            <p:ph idx="3" type="pic"/>
          </p:nvPr>
        </p:nvSpPr>
        <p:spPr>
          <a:xfrm flipH="1">
            <a:off x="696043" y="2125400"/>
            <a:ext cx="2129100" cy="1513500"/>
          </a:xfrm>
          <a:prstGeom prst="snip1Rect">
            <a:avLst>
              <a:gd fmla="val 0" name="adj"/>
            </a:avLst>
          </a:prstGeom>
          <a:noFill/>
          <a:ln>
            <a:noFill/>
          </a:ln>
        </p:spPr>
      </p:sp>
      <p:sp>
        <p:nvSpPr>
          <p:cNvPr id="370" name="Google Shape;370;p24"/>
          <p:cNvSpPr/>
          <p:nvPr>
            <p:ph idx="4" type="pic"/>
          </p:nvPr>
        </p:nvSpPr>
        <p:spPr>
          <a:xfrm flipH="1">
            <a:off x="4930693" y="3635300"/>
            <a:ext cx="2100300" cy="1513500"/>
          </a:xfrm>
          <a:prstGeom prst="snip1Rect">
            <a:avLst>
              <a:gd fmla="val 0" name="adj"/>
            </a:avLst>
          </a:prstGeom>
          <a:noFill/>
          <a:ln>
            <a:noFill/>
          </a:ln>
        </p:spPr>
      </p:sp>
      <p:sp>
        <p:nvSpPr>
          <p:cNvPr id="371" name="Google Shape;371;p24"/>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372" name="Google Shape;372;p24"/>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373" name="Google Shape;373;p24"/>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374" name="Google Shape;374;p24"/>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375" name="Google Shape;375;p24"/>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376" name="Google Shape;376;p24"/>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377" name="Shape 377"/>
        <p:cNvGrpSpPr/>
        <p:nvPr/>
      </p:nvGrpSpPr>
      <p:grpSpPr>
        <a:xfrm>
          <a:off x="0" y="0"/>
          <a:ext cx="0" cy="0"/>
          <a:chOff x="0" y="0"/>
          <a:chExt cx="0" cy="0"/>
        </a:xfrm>
      </p:grpSpPr>
      <p:pic>
        <p:nvPicPr>
          <p:cNvPr id="378" name="Google Shape;378;p25"/>
          <p:cNvPicPr preferRelativeResize="0"/>
          <p:nvPr/>
        </p:nvPicPr>
        <p:blipFill rotWithShape="1">
          <a:blip r:embed="rId2">
            <a:alphaModFix amt="10000"/>
          </a:blip>
          <a:srcRect b="0" l="789" r="12432" t="0"/>
          <a:stretch/>
        </p:blipFill>
        <p:spPr>
          <a:xfrm>
            <a:off x="0" y="-125"/>
            <a:ext cx="6696900" cy="5143500"/>
          </a:xfrm>
          <a:prstGeom prst="snip1Rect">
            <a:avLst>
              <a:gd fmla="val 16667" name="adj"/>
            </a:avLst>
          </a:prstGeom>
          <a:noFill/>
          <a:ln>
            <a:noFill/>
          </a:ln>
        </p:spPr>
      </p:pic>
      <p:sp>
        <p:nvSpPr>
          <p:cNvPr id="379" name="Google Shape;379;p25"/>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0" name="Google Shape;380;p25"/>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1" name="Google Shape;381;p25"/>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2" name="Google Shape;382;p25"/>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3" name="Google Shape;383;p25"/>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4" name="Google Shape;384;p25"/>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385" name="Google Shape;385;p25"/>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386" name="Shape 386"/>
        <p:cNvGrpSpPr/>
        <p:nvPr/>
      </p:nvGrpSpPr>
      <p:grpSpPr>
        <a:xfrm>
          <a:off x="0" y="0"/>
          <a:ext cx="0" cy="0"/>
          <a:chOff x="0" y="0"/>
          <a:chExt cx="0" cy="0"/>
        </a:xfrm>
      </p:grpSpPr>
      <p:sp>
        <p:nvSpPr>
          <p:cNvPr id="387" name="Google Shape;387;p26"/>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88" name="Google Shape;388;p26"/>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389" name="Google Shape;389;p26"/>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90" name="Google Shape;390;p26"/>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91" name="Google Shape;391;p26"/>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392" name="Google Shape;392;p26"/>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393" name="Google Shape;393;p26"/>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394" name="Google Shape;394;p26"/>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95" name="Google Shape;395;p26"/>
          <p:cNvSpPr/>
          <p:nvPr>
            <p:ph idx="5" type="pic"/>
          </p:nvPr>
        </p:nvSpPr>
        <p:spPr>
          <a:xfrm>
            <a:off x="75" y="2673275"/>
            <a:ext cx="3400800" cy="2471400"/>
          </a:xfrm>
          <a:prstGeom prst="snip1Rect">
            <a:avLst>
              <a:gd fmla="val 21231" name="adj"/>
            </a:avLst>
          </a:prstGeom>
          <a:noFill/>
          <a:ln>
            <a:noFill/>
          </a:ln>
        </p:spPr>
      </p:sp>
      <p:sp>
        <p:nvSpPr>
          <p:cNvPr id="396" name="Google Shape;396;p26"/>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397" name="Google Shape;397;p26"/>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398" name="Google Shape;398;p26"/>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399" name="Google Shape;399;p26"/>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400" name="Shape 400"/>
        <p:cNvGrpSpPr/>
        <p:nvPr/>
      </p:nvGrpSpPr>
      <p:grpSpPr>
        <a:xfrm>
          <a:off x="0" y="0"/>
          <a:ext cx="0" cy="0"/>
          <a:chOff x="0" y="0"/>
          <a:chExt cx="0" cy="0"/>
        </a:xfrm>
      </p:grpSpPr>
      <p:sp>
        <p:nvSpPr>
          <p:cNvPr id="401" name="Google Shape;401;p27"/>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402" name="Google Shape;402;p27"/>
          <p:cNvSpPr/>
          <p:nvPr>
            <p:ph idx="2" type="pic"/>
          </p:nvPr>
        </p:nvSpPr>
        <p:spPr>
          <a:xfrm>
            <a:off x="75" y="2673275"/>
            <a:ext cx="3014400" cy="2471400"/>
          </a:xfrm>
          <a:prstGeom prst="snip1Rect">
            <a:avLst>
              <a:gd fmla="val 0" name="adj"/>
            </a:avLst>
          </a:prstGeom>
          <a:noFill/>
          <a:ln>
            <a:noFill/>
          </a:ln>
        </p:spPr>
      </p:sp>
      <p:sp>
        <p:nvSpPr>
          <p:cNvPr id="403" name="Google Shape;403;p27"/>
          <p:cNvSpPr/>
          <p:nvPr>
            <p:ph idx="3" type="pic"/>
          </p:nvPr>
        </p:nvSpPr>
        <p:spPr>
          <a:xfrm>
            <a:off x="5341625" y="-3800"/>
            <a:ext cx="3802500" cy="1899300"/>
          </a:xfrm>
          <a:prstGeom prst="snip1Rect">
            <a:avLst>
              <a:gd fmla="val 17337" name="adj"/>
            </a:avLst>
          </a:prstGeom>
          <a:noFill/>
          <a:ln>
            <a:noFill/>
          </a:ln>
        </p:spPr>
      </p:sp>
      <p:sp>
        <p:nvSpPr>
          <p:cNvPr id="404" name="Google Shape;404;p27"/>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05" name="Google Shape;405;p27"/>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06" name="Google Shape;406;p27"/>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407" name="Google Shape;407;p27"/>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408" name="Google Shape;408;p27"/>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409" name="Google Shape;409;p27"/>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410" name="Shape 410"/>
        <p:cNvGrpSpPr/>
        <p:nvPr/>
      </p:nvGrpSpPr>
      <p:grpSpPr>
        <a:xfrm>
          <a:off x="0" y="0"/>
          <a:ext cx="0" cy="0"/>
          <a:chOff x="0" y="0"/>
          <a:chExt cx="0" cy="0"/>
        </a:xfrm>
      </p:grpSpPr>
      <p:sp>
        <p:nvSpPr>
          <p:cNvPr id="411" name="Google Shape;411;p28"/>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2" name="Google Shape;412;p28"/>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3" name="Google Shape;413;p28"/>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4" name="Google Shape;414;p28"/>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5" name="Google Shape;415;p28"/>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6" name="Google Shape;416;p28"/>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7" name="Google Shape;417;p28"/>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418" name="Google Shape;418;p28"/>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19" name="Google Shape;419;p28"/>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0" name="Google Shape;420;p28"/>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1" name="Google Shape;421;p28"/>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2" name="Google Shape;422;p28"/>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3" name="Google Shape;423;p28"/>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4" name="Google Shape;424;p28"/>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5" name="Google Shape;425;p28"/>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6" name="Google Shape;426;p28"/>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7" name="Google Shape;427;p28"/>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8" name="Google Shape;428;p28"/>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29" name="Google Shape;429;p28"/>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430" name="Google Shape;430;p28"/>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431" name="Shape 431"/>
        <p:cNvGrpSpPr/>
        <p:nvPr/>
      </p:nvGrpSpPr>
      <p:grpSpPr>
        <a:xfrm>
          <a:off x="0" y="0"/>
          <a:ext cx="0" cy="0"/>
          <a:chOff x="0" y="0"/>
          <a:chExt cx="0" cy="0"/>
        </a:xfrm>
      </p:grpSpPr>
      <p:sp>
        <p:nvSpPr>
          <p:cNvPr id="432" name="Google Shape;432;p29"/>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433" name="Google Shape;433;p29"/>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434" name="Google Shape;434;p29"/>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435" name="Google Shape;435;p29"/>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436" name="Google Shape;436;p29"/>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437" name="Google Shape;437;p29"/>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438" name="Google Shape;438;p29"/>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439" name="Google Shape;439;p29"/>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440" name="Google Shape;440;p29"/>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441" name="Google Shape;441;p29"/>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442" name="Google Shape;442;p29"/>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443" name="Shape 443"/>
        <p:cNvGrpSpPr/>
        <p:nvPr/>
      </p:nvGrpSpPr>
      <p:grpSpPr>
        <a:xfrm>
          <a:off x="0" y="0"/>
          <a:ext cx="0" cy="0"/>
          <a:chOff x="0" y="0"/>
          <a:chExt cx="0" cy="0"/>
        </a:xfrm>
      </p:grpSpPr>
      <p:sp>
        <p:nvSpPr>
          <p:cNvPr id="444" name="Google Shape;444;p30"/>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45" name="Google Shape;445;p30"/>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46" name="Google Shape;446;p30"/>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47" name="Google Shape;447;p30"/>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48" name="Google Shape;448;p30"/>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449" name="Google Shape;449;p30"/>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50" name="Google Shape;450;p30"/>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51" name="Google Shape;451;p30"/>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452" name="Google Shape;452;p30"/>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453" name="Google Shape;453;p30"/>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454" name="Google Shape;454;p30"/>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55" name="Google Shape;455;p30"/>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56" name="Google Shape;456;p30"/>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457" name="Google Shape;457;p30"/>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458" name="Google Shape;458;p30"/>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459" name="Google Shape;459;p30"/>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60" name="Google Shape;460;p30"/>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61" name="Google Shape;461;p30"/>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62" name="Google Shape;462;p30"/>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463" name="Google Shape;463;p30"/>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464" name="Shape 464"/>
        <p:cNvGrpSpPr/>
        <p:nvPr/>
      </p:nvGrpSpPr>
      <p:grpSpPr>
        <a:xfrm>
          <a:off x="0" y="0"/>
          <a:ext cx="0" cy="0"/>
          <a:chOff x="0" y="0"/>
          <a:chExt cx="0" cy="0"/>
        </a:xfrm>
      </p:grpSpPr>
      <p:sp>
        <p:nvSpPr>
          <p:cNvPr id="465" name="Google Shape;465;p31"/>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66" name="Google Shape;466;p31"/>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67" name="Google Shape;467;p31"/>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68" name="Google Shape;468;p31"/>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69" name="Google Shape;469;p31"/>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470" name="Google Shape;470;p31"/>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471" name="Google Shape;471;p31"/>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472" name="Google Shape;472;p31"/>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473" name="Google Shape;473;p31"/>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474" name="Google Shape;474;p31"/>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475" name="Google Shape;475;p31"/>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476" name="Google Shape;476;p31"/>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477" name="Google Shape;477;p31"/>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478" name="Google Shape;478;p31"/>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479" name="Google Shape;479;p31"/>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480" name="Google Shape;480;p31"/>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1" name="Google Shape;481;p31"/>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2" name="Google Shape;482;p31"/>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3" name="Google Shape;483;p31"/>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4" name="Google Shape;484;p31"/>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485" name="Google Shape;485;p31"/>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6" name="Google Shape;486;p31"/>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7" name="Google Shape;487;p31"/>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8" name="Google Shape;488;p31"/>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489" name="Google Shape;489;p31"/>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490" name="Shape 490"/>
        <p:cNvGrpSpPr/>
        <p:nvPr/>
      </p:nvGrpSpPr>
      <p:grpSpPr>
        <a:xfrm>
          <a:off x="0" y="0"/>
          <a:ext cx="0" cy="0"/>
          <a:chOff x="0" y="0"/>
          <a:chExt cx="0" cy="0"/>
        </a:xfrm>
      </p:grpSpPr>
      <p:sp>
        <p:nvSpPr>
          <p:cNvPr id="491" name="Google Shape;491;p32"/>
          <p:cNvSpPr/>
          <p:nvPr>
            <p:ph idx="2" type="pic"/>
          </p:nvPr>
        </p:nvSpPr>
        <p:spPr>
          <a:xfrm>
            <a:off x="-1600" y="1969350"/>
            <a:ext cx="9144000" cy="3174600"/>
          </a:xfrm>
          <a:prstGeom prst="snip1Rect">
            <a:avLst>
              <a:gd fmla="val 19548" name="adj"/>
            </a:avLst>
          </a:prstGeom>
          <a:noFill/>
          <a:ln>
            <a:noFill/>
          </a:ln>
        </p:spPr>
      </p:sp>
      <p:sp>
        <p:nvSpPr>
          <p:cNvPr id="492" name="Google Shape;492;p32"/>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493" name="Google Shape;493;p32"/>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494" name="Google Shape;494;p32"/>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495" name="Google Shape;495;p32"/>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496" name="Google Shape;496;p32"/>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497" name="Google Shape;497;p32"/>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498" name="Google Shape;498;p32"/>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499" name="Google Shape;499;p32"/>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500" name="Google Shape;500;p32"/>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501" name="Google Shape;501;p32"/>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502" name="Google Shape;502;p32"/>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503" name="Google Shape;503;p32"/>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504" name="Google Shape;504;p32"/>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505" name="Google Shape;505;p32"/>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506" name="Shape 506"/>
        <p:cNvGrpSpPr/>
        <p:nvPr/>
      </p:nvGrpSpPr>
      <p:grpSpPr>
        <a:xfrm>
          <a:off x="0" y="0"/>
          <a:ext cx="0" cy="0"/>
          <a:chOff x="0" y="0"/>
          <a:chExt cx="0" cy="0"/>
        </a:xfrm>
      </p:grpSpPr>
      <p:sp>
        <p:nvSpPr>
          <p:cNvPr id="507" name="Google Shape;507;p33"/>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508" name="Google Shape;508;p3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509" name="Google Shape;509;p3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510" name="Google Shape;510;p33"/>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511" name="Google Shape;511;p33"/>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12" name="Google Shape;512;p33"/>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513" name="Google Shape;513;p33"/>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14" name="Google Shape;514;p33"/>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515" name="Google Shape;515;p33"/>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16" name="Google Shape;516;p33"/>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517" name="Google Shape;517;p33"/>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18" name="Google Shape;518;p33"/>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519" name="Google Shape;519;p33"/>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520" name="Shape 520"/>
        <p:cNvGrpSpPr/>
        <p:nvPr/>
      </p:nvGrpSpPr>
      <p:grpSpPr>
        <a:xfrm>
          <a:off x="0" y="0"/>
          <a:ext cx="0" cy="0"/>
          <a:chOff x="0" y="0"/>
          <a:chExt cx="0" cy="0"/>
        </a:xfrm>
      </p:grpSpPr>
      <p:sp>
        <p:nvSpPr>
          <p:cNvPr id="521" name="Google Shape;521;p34"/>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2" name="Google Shape;522;p34"/>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523" name="Google Shape;523;p34"/>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524" name="Google Shape;524;p34"/>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525" name="Google Shape;525;p34"/>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526" name="Google Shape;526;p34"/>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527" name="Google Shape;527;p34"/>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528" name="Google Shape;528;p34"/>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529" name="Google Shape;529;p34"/>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530" name="Google Shape;530;p34"/>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531" name="Shape 531"/>
        <p:cNvGrpSpPr/>
        <p:nvPr/>
      </p:nvGrpSpPr>
      <p:grpSpPr>
        <a:xfrm>
          <a:off x="0" y="0"/>
          <a:ext cx="0" cy="0"/>
          <a:chOff x="0" y="0"/>
          <a:chExt cx="0" cy="0"/>
        </a:xfrm>
      </p:grpSpPr>
      <p:sp>
        <p:nvSpPr>
          <p:cNvPr id="532" name="Google Shape;532;p35"/>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533" name="Google Shape;533;p35"/>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534" name="Google Shape;534;p35"/>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535" name="Google Shape;535;p35"/>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536" name="Google Shape;536;p35"/>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537" name="Google Shape;537;p35"/>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538" name="Google Shape;538;p35"/>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539" name="Google Shape;539;p35"/>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540" name="Google Shape;540;p35"/>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541" name="Google Shape;541;p35"/>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542" name="Google Shape;542;p35"/>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543" name="Shape 543"/>
        <p:cNvGrpSpPr/>
        <p:nvPr/>
      </p:nvGrpSpPr>
      <p:grpSpPr>
        <a:xfrm>
          <a:off x="0" y="0"/>
          <a:ext cx="0" cy="0"/>
          <a:chOff x="0" y="0"/>
          <a:chExt cx="0" cy="0"/>
        </a:xfrm>
      </p:grpSpPr>
      <p:sp>
        <p:nvSpPr>
          <p:cNvPr id="544" name="Google Shape;544;p36"/>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545" name="Google Shape;545;p36"/>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546" name="Google Shape;546;p36"/>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547" name="Google Shape;547;p36"/>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548" name="Google Shape;548;p36"/>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549" name="Google Shape;549;p36"/>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550" name="Google Shape;550;p36"/>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551" name="Google Shape;551;p36"/>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52" name="Google Shape;552;p36"/>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53" name="Google Shape;553;p36"/>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54" name="Google Shape;554;p36"/>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55" name="Google Shape;555;p36"/>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556" name="Google Shape;556;p36"/>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557" name="Google Shape;557;p36"/>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558" name="Google Shape;558;p36"/>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559" name="Google Shape;559;p36"/>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0" name="Google Shape;560;p36"/>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1" name="Google Shape;561;p36"/>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2" name="Google Shape;562;p36"/>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3" name="Google Shape;563;p36"/>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4" name="Google Shape;564;p36"/>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5" name="Google Shape;565;p36"/>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6" name="Google Shape;566;p36"/>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7" name="Google Shape;567;p36"/>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8" name="Google Shape;568;p36"/>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69" name="Google Shape;569;p36"/>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570" name="Shape 570"/>
        <p:cNvGrpSpPr/>
        <p:nvPr/>
      </p:nvGrpSpPr>
      <p:grpSpPr>
        <a:xfrm>
          <a:off x="0" y="0"/>
          <a:ext cx="0" cy="0"/>
          <a:chOff x="0" y="0"/>
          <a:chExt cx="0" cy="0"/>
        </a:xfrm>
      </p:grpSpPr>
      <p:sp>
        <p:nvSpPr>
          <p:cNvPr id="571" name="Google Shape;571;p37"/>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572" name="Google Shape;572;p37"/>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573" name="Google Shape;573;p37"/>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574" name="Google Shape;574;p37"/>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575" name="Google Shape;575;p37"/>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576" name="Google Shape;576;p37"/>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77" name="Google Shape;577;p37"/>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78" name="Google Shape;578;p37"/>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579" name="Google Shape;579;p37"/>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580" name="Shape 580"/>
        <p:cNvGrpSpPr/>
        <p:nvPr/>
      </p:nvGrpSpPr>
      <p:grpSpPr>
        <a:xfrm>
          <a:off x="0" y="0"/>
          <a:ext cx="0" cy="0"/>
          <a:chOff x="0" y="0"/>
          <a:chExt cx="0" cy="0"/>
        </a:xfrm>
      </p:grpSpPr>
      <p:sp>
        <p:nvSpPr>
          <p:cNvPr id="581" name="Google Shape;581;p38"/>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2" name="Google Shape;582;p38"/>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583" name="Google Shape;583;p38"/>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584" name="Google Shape;584;p38"/>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585" name="Shape 585"/>
        <p:cNvGrpSpPr/>
        <p:nvPr/>
      </p:nvGrpSpPr>
      <p:grpSpPr>
        <a:xfrm>
          <a:off x="0" y="0"/>
          <a:ext cx="0" cy="0"/>
          <a:chOff x="0" y="0"/>
          <a:chExt cx="0" cy="0"/>
        </a:xfrm>
      </p:grpSpPr>
      <p:sp>
        <p:nvSpPr>
          <p:cNvPr id="586" name="Google Shape;586;p39"/>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7" name="Google Shape;587;p39"/>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8" name="Google Shape;588;p39"/>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9" name="Google Shape;589;p39"/>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590" name="Google Shape;590;p39"/>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591" name="Google Shape;591;p39"/>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592" name="Google Shape;592;p39"/>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593" name="Google Shape;593;p39"/>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594" name="Google Shape;594;p39"/>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595" name="Google Shape;595;p39"/>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596" name="Google Shape;596;p39"/>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597" name="Google Shape;597;p39"/>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598" name="Google Shape;598;p39"/>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599" name="Shape 599"/>
        <p:cNvGrpSpPr/>
        <p:nvPr/>
      </p:nvGrpSpPr>
      <p:grpSpPr>
        <a:xfrm>
          <a:off x="0" y="0"/>
          <a:ext cx="0" cy="0"/>
          <a:chOff x="0" y="0"/>
          <a:chExt cx="0" cy="0"/>
        </a:xfrm>
      </p:grpSpPr>
      <p:sp>
        <p:nvSpPr>
          <p:cNvPr id="600" name="Google Shape;600;p40"/>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01" name="Google Shape;601;p40"/>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02" name="Google Shape;602;p40"/>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03" name="Google Shape;603;p40"/>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04" name="Google Shape;604;p40"/>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605" name="Google Shape;605;p40"/>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606" name="Google Shape;606;p40"/>
          <p:cNvSpPr/>
          <p:nvPr>
            <p:ph idx="2" type="pic"/>
          </p:nvPr>
        </p:nvSpPr>
        <p:spPr>
          <a:xfrm>
            <a:off x="387475" y="3575855"/>
            <a:ext cx="1309500" cy="1050000"/>
          </a:xfrm>
          <a:prstGeom prst="snip1Rect">
            <a:avLst>
              <a:gd fmla="val 16667" name="adj"/>
            </a:avLst>
          </a:prstGeom>
          <a:noFill/>
          <a:ln>
            <a:noFill/>
          </a:ln>
        </p:spPr>
      </p:sp>
      <p:sp>
        <p:nvSpPr>
          <p:cNvPr id="607" name="Google Shape;607;p40"/>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608" name="Google Shape;608;p40"/>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09" name="Shape 609"/>
        <p:cNvGrpSpPr/>
        <p:nvPr/>
      </p:nvGrpSpPr>
      <p:grpSpPr>
        <a:xfrm>
          <a:off x="0" y="0"/>
          <a:ext cx="0" cy="0"/>
          <a:chOff x="0" y="0"/>
          <a:chExt cx="0" cy="0"/>
        </a:xfrm>
      </p:grpSpPr>
      <p:sp>
        <p:nvSpPr>
          <p:cNvPr id="610" name="Google Shape;610;p41"/>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11" name="Shape 611"/>
        <p:cNvGrpSpPr/>
        <p:nvPr/>
      </p:nvGrpSpPr>
      <p:grpSpPr>
        <a:xfrm>
          <a:off x="0" y="0"/>
          <a:ext cx="0" cy="0"/>
          <a:chOff x="0" y="0"/>
          <a:chExt cx="0" cy="0"/>
        </a:xfrm>
      </p:grpSpPr>
      <p:sp>
        <p:nvSpPr>
          <p:cNvPr id="612" name="Google Shape;612;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3" name="Google Shape;613;p42"/>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14" name="Shape 614"/>
        <p:cNvGrpSpPr/>
        <p:nvPr/>
      </p:nvGrpSpPr>
      <p:grpSpPr>
        <a:xfrm>
          <a:off x="0" y="0"/>
          <a:ext cx="0" cy="0"/>
          <a:chOff x="0" y="0"/>
          <a:chExt cx="0" cy="0"/>
        </a:xfrm>
      </p:grpSpPr>
      <p:sp>
        <p:nvSpPr>
          <p:cNvPr id="615" name="Google Shape;615;p4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16" name="Shape 616"/>
        <p:cNvGrpSpPr/>
        <p:nvPr/>
      </p:nvGrpSpPr>
      <p:grpSpPr>
        <a:xfrm>
          <a:off x="0" y="0"/>
          <a:ext cx="0" cy="0"/>
          <a:chOff x="0" y="0"/>
          <a:chExt cx="0" cy="0"/>
        </a:xfrm>
      </p:grpSpPr>
      <p:sp>
        <p:nvSpPr>
          <p:cNvPr id="617" name="Google Shape;617;p44"/>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8" name="Google Shape;618;p44"/>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19" name="Shape 619"/>
        <p:cNvGrpSpPr/>
        <p:nvPr/>
      </p:nvGrpSpPr>
      <p:grpSpPr>
        <a:xfrm>
          <a:off x="0" y="0"/>
          <a:ext cx="0" cy="0"/>
          <a:chOff x="0" y="0"/>
          <a:chExt cx="0" cy="0"/>
        </a:xfrm>
      </p:grpSpPr>
      <p:sp>
        <p:nvSpPr>
          <p:cNvPr id="620" name="Google Shape;620;p45"/>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621" name="Shape 621"/>
        <p:cNvGrpSpPr/>
        <p:nvPr/>
      </p:nvGrpSpPr>
      <p:grpSpPr>
        <a:xfrm>
          <a:off x="0" y="0"/>
          <a:ext cx="0" cy="0"/>
          <a:chOff x="0" y="0"/>
          <a:chExt cx="0" cy="0"/>
        </a:xfrm>
      </p:grpSpPr>
      <p:sp>
        <p:nvSpPr>
          <p:cNvPr id="622" name="Google Shape;622;p46"/>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3" name="Google Shape;623;p46"/>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624" name="Google Shape;624;p46"/>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625" name="Shape 625"/>
        <p:cNvGrpSpPr/>
        <p:nvPr/>
      </p:nvGrpSpPr>
      <p:grpSpPr>
        <a:xfrm>
          <a:off x="0" y="0"/>
          <a:ext cx="0" cy="0"/>
          <a:chOff x="0" y="0"/>
          <a:chExt cx="0" cy="0"/>
        </a:xfrm>
      </p:grpSpPr>
      <p:sp>
        <p:nvSpPr>
          <p:cNvPr id="626" name="Google Shape;626;p47"/>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27" name="Shape 627"/>
        <p:cNvGrpSpPr/>
        <p:nvPr/>
      </p:nvGrpSpPr>
      <p:grpSpPr>
        <a:xfrm>
          <a:off x="0" y="0"/>
          <a:ext cx="0" cy="0"/>
          <a:chOff x="0" y="0"/>
          <a:chExt cx="0" cy="0"/>
        </a:xfrm>
      </p:grpSpPr>
      <p:sp>
        <p:nvSpPr>
          <p:cNvPr id="628" name="Google Shape;628;p48"/>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9" name="Google Shape;629;p48"/>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30" name="Shape 630"/>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31" name="Shape 631"/>
        <p:cNvGrpSpPr/>
        <p:nvPr/>
      </p:nvGrpSpPr>
      <p:grpSpPr>
        <a:xfrm>
          <a:off x="0" y="0"/>
          <a:ext cx="0" cy="0"/>
          <a:chOff x="0" y="0"/>
          <a:chExt cx="0" cy="0"/>
        </a:xfrm>
      </p:grpSpPr>
      <p:sp>
        <p:nvSpPr>
          <p:cNvPr id="632" name="Google Shape;632;p50"/>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3" name="Google Shape;633;p50"/>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34" name="Google Shape;634;p50"/>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35" name="Google Shape;635;p50"/>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36" name="Google Shape;636;p50"/>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37" name="Google Shape;637;p50"/>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38" name="Google Shape;638;p50"/>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639" name="Shape 639"/>
        <p:cNvGrpSpPr/>
        <p:nvPr/>
      </p:nvGrpSpPr>
      <p:grpSpPr>
        <a:xfrm>
          <a:off x="0" y="0"/>
          <a:ext cx="0" cy="0"/>
          <a:chOff x="0" y="0"/>
          <a:chExt cx="0" cy="0"/>
        </a:xfrm>
      </p:grpSpPr>
      <p:sp>
        <p:nvSpPr>
          <p:cNvPr id="640" name="Google Shape;640;p5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1" name="Google Shape;641;p51"/>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42" name="Google Shape;642;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643" name="Shape 643"/>
        <p:cNvGrpSpPr/>
        <p:nvPr/>
      </p:nvGrpSpPr>
      <p:grpSpPr>
        <a:xfrm>
          <a:off x="0" y="0"/>
          <a:ext cx="0" cy="0"/>
          <a:chOff x="0" y="0"/>
          <a:chExt cx="0" cy="0"/>
        </a:xfrm>
      </p:grpSpPr>
      <p:sp>
        <p:nvSpPr>
          <p:cNvPr id="644" name="Google Shape;644;p52"/>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5" name="Google Shape;645;p52"/>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46" name="Google Shape;646;p52"/>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47" name="Google Shape;647;p52"/>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48" name="Google Shape;648;p52"/>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49" name="Shape 649"/>
        <p:cNvGrpSpPr/>
        <p:nvPr/>
      </p:nvGrpSpPr>
      <p:grpSpPr>
        <a:xfrm>
          <a:off x="0" y="0"/>
          <a:ext cx="0" cy="0"/>
          <a:chOff x="0" y="0"/>
          <a:chExt cx="0" cy="0"/>
        </a:xfrm>
      </p:grpSpPr>
      <p:sp>
        <p:nvSpPr>
          <p:cNvPr id="650" name="Google Shape;650;p53"/>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51" name="Google Shape;651;p53"/>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52" name="Google Shape;652;p53"/>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3" name="Google Shape;653;p53"/>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54" name="Google Shape;654;p53"/>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55" name="Google Shape;655;p53"/>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56" name="Google Shape;656;p53"/>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57" name="Shape 657"/>
        <p:cNvGrpSpPr/>
        <p:nvPr/>
      </p:nvGrpSpPr>
      <p:grpSpPr>
        <a:xfrm>
          <a:off x="0" y="0"/>
          <a:ext cx="0" cy="0"/>
          <a:chOff x="0" y="0"/>
          <a:chExt cx="0" cy="0"/>
        </a:xfrm>
      </p:grpSpPr>
      <p:sp>
        <p:nvSpPr>
          <p:cNvPr id="658" name="Google Shape;658;p54"/>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59" name="Google Shape;659;p54"/>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60" name="Google Shape;660;p54"/>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61" name="Google Shape;661;p54"/>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662" name="Google Shape;662;p54"/>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3" name="Google Shape;663;p54"/>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64" name="Google Shape;664;p54"/>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65" name="Google Shape;665;p54"/>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666" name="Google Shape;666;p54"/>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67" name="Shape 667"/>
        <p:cNvGrpSpPr/>
        <p:nvPr/>
      </p:nvGrpSpPr>
      <p:grpSpPr>
        <a:xfrm>
          <a:off x="0" y="0"/>
          <a:ext cx="0" cy="0"/>
          <a:chOff x="0" y="0"/>
          <a:chExt cx="0" cy="0"/>
        </a:xfrm>
      </p:grpSpPr>
      <p:sp>
        <p:nvSpPr>
          <p:cNvPr id="668" name="Google Shape;668;p5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9" name="Google Shape;669;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70" name="Shape 670"/>
        <p:cNvGrpSpPr/>
        <p:nvPr/>
      </p:nvGrpSpPr>
      <p:grpSpPr>
        <a:xfrm>
          <a:off x="0" y="0"/>
          <a:ext cx="0" cy="0"/>
          <a:chOff x="0" y="0"/>
          <a:chExt cx="0" cy="0"/>
        </a:xfrm>
      </p:grpSpPr>
      <p:sp>
        <p:nvSpPr>
          <p:cNvPr id="671" name="Google Shape;671;p56"/>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672" name="Google Shape;672;p56"/>
          <p:cNvSpPr/>
          <p:nvPr>
            <p:ph idx="2" type="pic"/>
          </p:nvPr>
        </p:nvSpPr>
        <p:spPr>
          <a:xfrm>
            <a:off x="4804825" y="1133300"/>
            <a:ext cx="4027500" cy="2392800"/>
          </a:xfrm>
          <a:prstGeom prst="rect">
            <a:avLst/>
          </a:prstGeom>
          <a:noFill/>
          <a:ln>
            <a:noFill/>
          </a:ln>
        </p:spPr>
      </p:sp>
      <p:sp>
        <p:nvSpPr>
          <p:cNvPr id="673" name="Google Shape;673;p56"/>
          <p:cNvSpPr/>
          <p:nvPr>
            <p:ph idx="3" type="pic"/>
          </p:nvPr>
        </p:nvSpPr>
        <p:spPr>
          <a:xfrm>
            <a:off x="311725" y="1133300"/>
            <a:ext cx="4027500" cy="2392800"/>
          </a:xfrm>
          <a:prstGeom prst="rect">
            <a:avLst/>
          </a:prstGeom>
          <a:noFill/>
          <a:ln>
            <a:noFill/>
          </a:ln>
        </p:spPr>
      </p:sp>
      <p:sp>
        <p:nvSpPr>
          <p:cNvPr id="674" name="Google Shape;674;p56"/>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675" name="Google Shape;675;p5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6" name="Google Shape;676;p56"/>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677" name="Google Shape;677;p56"/>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78" name="Shape 678"/>
        <p:cNvGrpSpPr/>
        <p:nvPr/>
      </p:nvGrpSpPr>
      <p:grpSpPr>
        <a:xfrm>
          <a:off x="0" y="0"/>
          <a:ext cx="0" cy="0"/>
          <a:chOff x="0" y="0"/>
          <a:chExt cx="0" cy="0"/>
        </a:xfrm>
      </p:grpSpPr>
      <p:sp>
        <p:nvSpPr>
          <p:cNvPr id="679" name="Google Shape;679;p57"/>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680" name="Google Shape;680;p57"/>
          <p:cNvSpPr/>
          <p:nvPr>
            <p:ph idx="2" type="pic"/>
          </p:nvPr>
        </p:nvSpPr>
        <p:spPr>
          <a:xfrm>
            <a:off x="6205225" y="1128325"/>
            <a:ext cx="2627100" cy="2273100"/>
          </a:xfrm>
          <a:prstGeom prst="rect">
            <a:avLst/>
          </a:prstGeom>
          <a:noFill/>
          <a:ln>
            <a:noFill/>
          </a:ln>
        </p:spPr>
      </p:sp>
      <p:sp>
        <p:nvSpPr>
          <p:cNvPr id="681" name="Google Shape;681;p57"/>
          <p:cNvSpPr/>
          <p:nvPr>
            <p:ph idx="3" type="pic"/>
          </p:nvPr>
        </p:nvSpPr>
        <p:spPr>
          <a:xfrm>
            <a:off x="311725" y="1128325"/>
            <a:ext cx="2627100" cy="2273100"/>
          </a:xfrm>
          <a:prstGeom prst="rect">
            <a:avLst/>
          </a:prstGeom>
          <a:noFill/>
          <a:ln>
            <a:noFill/>
          </a:ln>
        </p:spPr>
      </p:sp>
      <p:sp>
        <p:nvSpPr>
          <p:cNvPr id="682" name="Google Shape;682;p57"/>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683" name="Google Shape;683;p57"/>
          <p:cNvSpPr/>
          <p:nvPr>
            <p:ph idx="5" type="pic"/>
          </p:nvPr>
        </p:nvSpPr>
        <p:spPr>
          <a:xfrm>
            <a:off x="3255250" y="1128325"/>
            <a:ext cx="2627100" cy="2273100"/>
          </a:xfrm>
          <a:prstGeom prst="rect">
            <a:avLst/>
          </a:prstGeom>
          <a:noFill/>
          <a:ln>
            <a:noFill/>
          </a:ln>
        </p:spPr>
      </p:sp>
      <p:sp>
        <p:nvSpPr>
          <p:cNvPr id="684" name="Google Shape;684;p57"/>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685" name="Google Shape;685;p5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6" name="Google Shape;686;p57"/>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687" name="Google Shape;687;p57"/>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688" name="Google Shape;688;p57"/>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89" name="Shape 689"/>
        <p:cNvGrpSpPr/>
        <p:nvPr/>
      </p:nvGrpSpPr>
      <p:grpSpPr>
        <a:xfrm>
          <a:off x="0" y="0"/>
          <a:ext cx="0" cy="0"/>
          <a:chOff x="0" y="0"/>
          <a:chExt cx="0" cy="0"/>
        </a:xfrm>
      </p:grpSpPr>
      <p:sp>
        <p:nvSpPr>
          <p:cNvPr id="690" name="Google Shape;690;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91" name="Shape 691"/>
        <p:cNvGrpSpPr/>
        <p:nvPr/>
      </p:nvGrpSpPr>
      <p:grpSpPr>
        <a:xfrm>
          <a:off x="0" y="0"/>
          <a:ext cx="0" cy="0"/>
          <a:chOff x="0" y="0"/>
          <a:chExt cx="0" cy="0"/>
        </a:xfrm>
      </p:grpSpPr>
      <p:sp>
        <p:nvSpPr>
          <p:cNvPr id="692" name="Google Shape;692;p59"/>
          <p:cNvSpPr/>
          <p:nvPr>
            <p:ph idx="2" type="pic"/>
          </p:nvPr>
        </p:nvSpPr>
        <p:spPr>
          <a:xfrm>
            <a:off x="3389600" y="118913"/>
            <a:ext cx="1643700" cy="1535100"/>
          </a:xfrm>
          <a:prstGeom prst="rect">
            <a:avLst/>
          </a:prstGeom>
          <a:noFill/>
          <a:ln>
            <a:noFill/>
          </a:ln>
        </p:spPr>
      </p:sp>
      <p:sp>
        <p:nvSpPr>
          <p:cNvPr id="693" name="Google Shape;693;p59"/>
          <p:cNvSpPr/>
          <p:nvPr>
            <p:ph idx="3" type="pic"/>
          </p:nvPr>
        </p:nvSpPr>
        <p:spPr>
          <a:xfrm>
            <a:off x="5195935" y="118913"/>
            <a:ext cx="1643700" cy="1535100"/>
          </a:xfrm>
          <a:prstGeom prst="rect">
            <a:avLst/>
          </a:prstGeom>
          <a:noFill/>
          <a:ln>
            <a:noFill/>
          </a:ln>
        </p:spPr>
      </p:sp>
      <p:sp>
        <p:nvSpPr>
          <p:cNvPr id="694" name="Google Shape;694;p59"/>
          <p:cNvSpPr/>
          <p:nvPr>
            <p:ph idx="4" type="pic"/>
          </p:nvPr>
        </p:nvSpPr>
        <p:spPr>
          <a:xfrm>
            <a:off x="7002270" y="118913"/>
            <a:ext cx="1643700" cy="1535100"/>
          </a:xfrm>
          <a:prstGeom prst="rect">
            <a:avLst/>
          </a:prstGeom>
          <a:noFill/>
          <a:ln>
            <a:noFill/>
          </a:ln>
        </p:spPr>
      </p:sp>
      <p:sp>
        <p:nvSpPr>
          <p:cNvPr id="695" name="Google Shape;695;p59"/>
          <p:cNvSpPr/>
          <p:nvPr>
            <p:ph idx="5" type="pic"/>
          </p:nvPr>
        </p:nvSpPr>
        <p:spPr>
          <a:xfrm>
            <a:off x="3389588" y="1804212"/>
            <a:ext cx="1643700" cy="1535100"/>
          </a:xfrm>
          <a:prstGeom prst="rect">
            <a:avLst/>
          </a:prstGeom>
          <a:noFill/>
          <a:ln>
            <a:noFill/>
          </a:ln>
        </p:spPr>
      </p:sp>
      <p:sp>
        <p:nvSpPr>
          <p:cNvPr id="696" name="Google Shape;696;p59"/>
          <p:cNvSpPr/>
          <p:nvPr>
            <p:ph idx="6" type="pic"/>
          </p:nvPr>
        </p:nvSpPr>
        <p:spPr>
          <a:xfrm>
            <a:off x="5195922" y="1804212"/>
            <a:ext cx="1643700" cy="1535100"/>
          </a:xfrm>
          <a:prstGeom prst="rect">
            <a:avLst/>
          </a:prstGeom>
          <a:noFill/>
          <a:ln>
            <a:noFill/>
          </a:ln>
        </p:spPr>
      </p:sp>
      <p:sp>
        <p:nvSpPr>
          <p:cNvPr id="697" name="Google Shape;697;p59"/>
          <p:cNvSpPr/>
          <p:nvPr>
            <p:ph idx="7" type="pic"/>
          </p:nvPr>
        </p:nvSpPr>
        <p:spPr>
          <a:xfrm>
            <a:off x="7002257" y="1804212"/>
            <a:ext cx="1643700" cy="1535100"/>
          </a:xfrm>
          <a:prstGeom prst="rect">
            <a:avLst/>
          </a:prstGeom>
          <a:noFill/>
          <a:ln>
            <a:noFill/>
          </a:ln>
        </p:spPr>
      </p:sp>
      <p:sp>
        <p:nvSpPr>
          <p:cNvPr id="698" name="Google Shape;698;p59"/>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9" name="Google Shape;699;p59"/>
          <p:cNvSpPr/>
          <p:nvPr>
            <p:ph idx="8" type="pic"/>
          </p:nvPr>
        </p:nvSpPr>
        <p:spPr>
          <a:xfrm>
            <a:off x="3389588" y="3489487"/>
            <a:ext cx="1643700" cy="1535100"/>
          </a:xfrm>
          <a:prstGeom prst="rect">
            <a:avLst/>
          </a:prstGeom>
          <a:noFill/>
          <a:ln>
            <a:noFill/>
          </a:ln>
        </p:spPr>
      </p:sp>
      <p:sp>
        <p:nvSpPr>
          <p:cNvPr id="700" name="Google Shape;700;p59"/>
          <p:cNvSpPr/>
          <p:nvPr>
            <p:ph idx="9" type="pic"/>
          </p:nvPr>
        </p:nvSpPr>
        <p:spPr>
          <a:xfrm>
            <a:off x="5195922" y="3489487"/>
            <a:ext cx="1643700" cy="1535100"/>
          </a:xfrm>
          <a:prstGeom prst="rect">
            <a:avLst/>
          </a:prstGeom>
          <a:noFill/>
          <a:ln>
            <a:noFill/>
          </a:ln>
        </p:spPr>
      </p:sp>
      <p:sp>
        <p:nvSpPr>
          <p:cNvPr id="701" name="Google Shape;701;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2.xml"/><Relationship Id="rId20" Type="http://schemas.openxmlformats.org/officeDocument/2006/relationships/slideLayout" Target="../slideLayouts/slideLayout32.xml"/><Relationship Id="rId42" Type="http://schemas.openxmlformats.org/officeDocument/2006/relationships/slideLayout" Target="../slideLayouts/slideLayout54.xml"/><Relationship Id="rId41" Type="http://schemas.openxmlformats.org/officeDocument/2006/relationships/slideLayout" Target="../slideLayouts/slideLayout53.xml"/><Relationship Id="rId22" Type="http://schemas.openxmlformats.org/officeDocument/2006/relationships/slideLayout" Target="../slideLayouts/slideLayout34.xml"/><Relationship Id="rId44" Type="http://schemas.openxmlformats.org/officeDocument/2006/relationships/slideLayout" Target="../slideLayouts/slideLayout56.xml"/><Relationship Id="rId21" Type="http://schemas.openxmlformats.org/officeDocument/2006/relationships/slideLayout" Target="../slideLayouts/slideLayout33.xml"/><Relationship Id="rId43" Type="http://schemas.openxmlformats.org/officeDocument/2006/relationships/slideLayout" Target="../slideLayouts/slideLayout55.xml"/><Relationship Id="rId24" Type="http://schemas.openxmlformats.org/officeDocument/2006/relationships/slideLayout" Target="../slideLayouts/slideLayout36.xml"/><Relationship Id="rId46" Type="http://schemas.openxmlformats.org/officeDocument/2006/relationships/theme" Target="../theme/theme1.xml"/><Relationship Id="rId23" Type="http://schemas.openxmlformats.org/officeDocument/2006/relationships/slideLayout" Target="../slideLayouts/slideLayout35.xml"/><Relationship Id="rId45" Type="http://schemas.openxmlformats.org/officeDocument/2006/relationships/slideLayout" Target="../slideLayouts/slideLayout57.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11" Type="http://schemas.openxmlformats.org/officeDocument/2006/relationships/slideLayout" Target="../slideLayouts/slideLayout23.xml"/><Relationship Id="rId33" Type="http://schemas.openxmlformats.org/officeDocument/2006/relationships/slideLayout" Target="../slideLayouts/slideLayout45.xml"/><Relationship Id="rId10" Type="http://schemas.openxmlformats.org/officeDocument/2006/relationships/slideLayout" Target="../slideLayouts/slideLayout22.xml"/><Relationship Id="rId32" Type="http://schemas.openxmlformats.org/officeDocument/2006/relationships/slideLayout" Target="../slideLayouts/slideLayout44.xml"/><Relationship Id="rId13" Type="http://schemas.openxmlformats.org/officeDocument/2006/relationships/slideLayout" Target="../slideLayouts/slideLayout25.xml"/><Relationship Id="rId35" Type="http://schemas.openxmlformats.org/officeDocument/2006/relationships/slideLayout" Target="../slideLayouts/slideLayout47.xml"/><Relationship Id="rId12" Type="http://schemas.openxmlformats.org/officeDocument/2006/relationships/slideLayout" Target="../slideLayouts/slideLayout24.xml"/><Relationship Id="rId34" Type="http://schemas.openxmlformats.org/officeDocument/2006/relationships/slideLayout" Target="../slideLayouts/slideLayout46.xml"/><Relationship Id="rId15" Type="http://schemas.openxmlformats.org/officeDocument/2006/relationships/slideLayout" Target="../slideLayouts/slideLayout27.xml"/><Relationship Id="rId37" Type="http://schemas.openxmlformats.org/officeDocument/2006/relationships/slideLayout" Target="../slideLayouts/slideLayout49.xml"/><Relationship Id="rId14" Type="http://schemas.openxmlformats.org/officeDocument/2006/relationships/slideLayout" Target="../slideLayouts/slideLayout26.xml"/><Relationship Id="rId36" Type="http://schemas.openxmlformats.org/officeDocument/2006/relationships/slideLayout" Target="../slideLayouts/slideLayout48.xml"/><Relationship Id="rId17" Type="http://schemas.openxmlformats.org/officeDocument/2006/relationships/slideLayout" Target="../slideLayouts/slideLayout29.xml"/><Relationship Id="rId39" Type="http://schemas.openxmlformats.org/officeDocument/2006/relationships/slideLayout" Target="../slideLayouts/slideLayout51.xml"/><Relationship Id="rId16" Type="http://schemas.openxmlformats.org/officeDocument/2006/relationships/slideLayout" Target="../slideLayouts/slideLayout28.xml"/><Relationship Id="rId38" Type="http://schemas.openxmlformats.org/officeDocument/2006/relationships/slideLayout" Target="../slideLayouts/slideLayout50.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280" name="Shape 280"/>
        <p:cNvGrpSpPr/>
        <p:nvPr/>
      </p:nvGrpSpPr>
      <p:grpSpPr>
        <a:xfrm>
          <a:off x="0" y="0"/>
          <a:ext cx="0" cy="0"/>
          <a:chOff x="0" y="0"/>
          <a:chExt cx="0" cy="0"/>
        </a:xfrm>
      </p:grpSpPr>
      <p:sp>
        <p:nvSpPr>
          <p:cNvPr id="281" name="Google Shape;281;p14"/>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282" name="Google Shape;282;p14"/>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0"/>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rPr lang="en"/>
              <a:t>Aurthor</a:t>
            </a:r>
            <a:endParaRPr/>
          </a:p>
          <a:p>
            <a:pPr indent="0" lvl="0" marL="0" rtl="0" algn="l">
              <a:lnSpc>
                <a:spcPct val="100000"/>
              </a:lnSpc>
              <a:spcBef>
                <a:spcPts val="0"/>
              </a:spcBef>
              <a:spcAft>
                <a:spcPts val="0"/>
              </a:spcAft>
              <a:buSzPts val="1100"/>
              <a:buNone/>
            </a:pPr>
            <a:r>
              <a:rPr lang="en"/>
              <a:t>Fuad Hasyim</a:t>
            </a:r>
            <a:endParaRPr/>
          </a:p>
          <a:p>
            <a:pPr indent="0" lvl="0" marL="0" rtl="0" algn="l">
              <a:spcBef>
                <a:spcPts val="0"/>
              </a:spcBef>
              <a:spcAft>
                <a:spcPts val="0"/>
              </a:spcAft>
              <a:buSzPts val="1100"/>
              <a:buNone/>
            </a:pPr>
            <a:r>
              <a:t/>
            </a:r>
            <a:endParaRPr/>
          </a:p>
        </p:txBody>
      </p:sp>
      <p:sp>
        <p:nvSpPr>
          <p:cNvPr id="707" name="Google Shape;707;p60"/>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6000"/>
              <a:t>People</a:t>
            </a:r>
            <a:endParaRPr sz="6000"/>
          </a:p>
          <a:p>
            <a:pPr indent="0" lvl="0" marL="0" rtl="0" algn="l">
              <a:lnSpc>
                <a:spcPct val="80000"/>
              </a:lnSpc>
              <a:spcBef>
                <a:spcPts val="0"/>
              </a:spcBef>
              <a:spcAft>
                <a:spcPts val="0"/>
              </a:spcAft>
              <a:buSzPts val="3000"/>
              <a:buNone/>
            </a:pPr>
            <a:r>
              <a:rPr lang="en" sz="6000"/>
              <a:t>Analytic -</a:t>
            </a:r>
            <a:endParaRPr sz="6000"/>
          </a:p>
          <a:p>
            <a:pPr indent="0" lvl="0" marL="0" rtl="0" algn="l">
              <a:lnSpc>
                <a:spcPct val="80000"/>
              </a:lnSpc>
              <a:spcBef>
                <a:spcPts val="0"/>
              </a:spcBef>
              <a:spcAft>
                <a:spcPts val="0"/>
              </a:spcAft>
              <a:buSzPts val="3000"/>
              <a:buNone/>
            </a:pPr>
            <a:r>
              <a:rPr lang="en" sz="6000"/>
              <a:t>Job satifaction</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descr="Shape where the section titles go" id="712" name="Google Shape;712;p61"/>
          <p:cNvSpPr/>
          <p:nvPr/>
        </p:nvSpPr>
        <p:spPr>
          <a:xfrm flipH="1">
            <a:off x="3144900" y="3437851"/>
            <a:ext cx="5999100" cy="8628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713" name="Google Shape;713;p61"/>
          <p:cNvSpPr/>
          <p:nvPr/>
        </p:nvSpPr>
        <p:spPr>
          <a:xfrm flipH="1">
            <a:off x="3144900" y="2581602"/>
            <a:ext cx="5999100" cy="862800"/>
          </a:xfrm>
          <a:prstGeom prst="snip1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714" name="Google Shape;714;p61"/>
          <p:cNvSpPr/>
          <p:nvPr/>
        </p:nvSpPr>
        <p:spPr>
          <a:xfrm flipH="1">
            <a:off x="3144900" y="1718827"/>
            <a:ext cx="5999100" cy="8628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715" name="Google Shape;715;p61"/>
          <p:cNvSpPr/>
          <p:nvPr/>
        </p:nvSpPr>
        <p:spPr>
          <a:xfrm flipH="1">
            <a:off x="3144900" y="856153"/>
            <a:ext cx="5999100" cy="8628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716" name="Google Shape;716;p61"/>
          <p:cNvSpPr/>
          <p:nvPr/>
        </p:nvSpPr>
        <p:spPr>
          <a:xfrm flipH="1">
            <a:off x="3144899" y="-200"/>
            <a:ext cx="5999100" cy="8628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717" name="Google Shape;717;p61"/>
          <p:cNvSpPr/>
          <p:nvPr/>
        </p:nvSpPr>
        <p:spPr>
          <a:xfrm flipH="1">
            <a:off x="3144900" y="4300651"/>
            <a:ext cx="5999100" cy="8628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paces to add section titles" id="718" name="Google Shape;718;p61"/>
          <p:cNvSpPr txBox="1"/>
          <p:nvPr>
            <p:ph idx="1" type="subTitle"/>
          </p:nvPr>
        </p:nvSpPr>
        <p:spPr>
          <a:xfrm>
            <a:off x="411875" y="285750"/>
            <a:ext cx="2156700" cy="4527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1000"/>
              <a:buNone/>
            </a:pPr>
            <a:r>
              <a:rPr lang="en"/>
              <a:t>Agenda</a:t>
            </a:r>
            <a:endParaRPr/>
          </a:p>
        </p:txBody>
      </p:sp>
      <p:sp>
        <p:nvSpPr>
          <p:cNvPr descr="Spaces to add section titles" id="719" name="Google Shape;719;p61"/>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Dataset  </a:t>
            </a:r>
            <a:r>
              <a:rPr lang="en" sz="1200">
                <a:latin typeface="Quantico"/>
                <a:ea typeface="Quantico"/>
                <a:cs typeface="Quantico"/>
                <a:sym typeface="Quantico"/>
              </a:rPr>
              <a:t>(01)</a:t>
            </a:r>
            <a:r>
              <a:rPr lang="en"/>
              <a:t> </a:t>
            </a:r>
            <a:endParaRPr/>
          </a:p>
        </p:txBody>
      </p:sp>
      <p:sp>
        <p:nvSpPr>
          <p:cNvPr descr="Spaces to add section titles" id="720" name="Google Shape;720;p61"/>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Prepocessing </a:t>
            </a:r>
            <a:r>
              <a:rPr lang="en" sz="1200">
                <a:latin typeface="Quantico"/>
                <a:ea typeface="Quantico"/>
                <a:cs typeface="Quantico"/>
                <a:sym typeface="Quantico"/>
              </a:rPr>
              <a:t>(02)</a:t>
            </a:r>
            <a:r>
              <a:rPr lang="en"/>
              <a:t> </a:t>
            </a:r>
            <a:endParaRPr/>
          </a:p>
        </p:txBody>
      </p:sp>
      <p:sp>
        <p:nvSpPr>
          <p:cNvPr descr="Spaces to add section titles" id="721" name="Google Shape;721;p61"/>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Data Exploration   </a:t>
            </a:r>
            <a:r>
              <a:rPr lang="en" sz="1200">
                <a:latin typeface="Quantico"/>
                <a:ea typeface="Quantico"/>
                <a:cs typeface="Quantico"/>
                <a:sym typeface="Quantico"/>
              </a:rPr>
              <a:t>(03)</a:t>
            </a:r>
            <a:r>
              <a:rPr lang="en"/>
              <a:t> </a:t>
            </a:r>
            <a:endParaRPr/>
          </a:p>
        </p:txBody>
      </p:sp>
      <p:sp>
        <p:nvSpPr>
          <p:cNvPr descr="Spaces to add section titles" id="722" name="Google Shape;722;p61"/>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Job satisfaction by category   </a:t>
            </a:r>
            <a:r>
              <a:rPr lang="en" sz="1200">
                <a:latin typeface="Quantico"/>
                <a:ea typeface="Quantico"/>
                <a:cs typeface="Quantico"/>
                <a:sym typeface="Quantico"/>
              </a:rPr>
              <a:t>(04)</a:t>
            </a:r>
            <a:r>
              <a:rPr lang="en"/>
              <a:t> </a:t>
            </a:r>
            <a:endParaRPr/>
          </a:p>
        </p:txBody>
      </p:sp>
      <p:sp>
        <p:nvSpPr>
          <p:cNvPr descr="Spaces to add section titles" id="723" name="Google Shape;723;p61"/>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Numeric Corelation   </a:t>
            </a:r>
            <a:r>
              <a:rPr lang="en" sz="1200">
                <a:latin typeface="Quantico"/>
                <a:ea typeface="Quantico"/>
                <a:cs typeface="Quantico"/>
                <a:sym typeface="Quantico"/>
              </a:rPr>
              <a:t>(05)</a:t>
            </a:r>
            <a:r>
              <a:rPr lang="en"/>
              <a:t> </a:t>
            </a:r>
            <a:endParaRPr/>
          </a:p>
        </p:txBody>
      </p:sp>
      <p:sp>
        <p:nvSpPr>
          <p:cNvPr descr="Spaces to add section titles" id="724" name="Google Shape;724;p61"/>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Result   </a:t>
            </a:r>
            <a:r>
              <a:rPr lang="en" sz="1200">
                <a:latin typeface="Quantico"/>
                <a:ea typeface="Quantico"/>
                <a:cs typeface="Quantico"/>
                <a:sym typeface="Quantico"/>
              </a:rPr>
              <a:t>(06)</a:t>
            </a:r>
            <a:endParaRPr sz="1200">
              <a:latin typeface="Quantico"/>
              <a:ea typeface="Quantico"/>
              <a:cs typeface="Quantico"/>
              <a:sym typeface="Quantic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728" name="Shape 728"/>
        <p:cNvGrpSpPr/>
        <p:nvPr/>
      </p:nvGrpSpPr>
      <p:grpSpPr>
        <a:xfrm>
          <a:off x="0" y="0"/>
          <a:ext cx="0" cy="0"/>
          <a:chOff x="0" y="0"/>
          <a:chExt cx="0" cy="0"/>
        </a:xfrm>
      </p:grpSpPr>
      <p:sp>
        <p:nvSpPr>
          <p:cNvPr id="729" name="Google Shape;729;p62"/>
          <p:cNvSpPr/>
          <p:nvPr/>
        </p:nvSpPr>
        <p:spPr>
          <a:xfrm flipH="1" rot="5400000">
            <a:off x="4338150" y="593025"/>
            <a:ext cx="18726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30" name="Google Shape;730;p62"/>
          <p:cNvSpPr/>
          <p:nvPr/>
        </p:nvSpPr>
        <p:spPr>
          <a:xfrm flipH="1" rot="5400000">
            <a:off x="6445650" y="2466025"/>
            <a:ext cx="18690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31" name="Google Shape;731;p62"/>
          <p:cNvSpPr txBox="1"/>
          <p:nvPr>
            <p:ph type="title"/>
          </p:nvPr>
        </p:nvSpPr>
        <p:spPr>
          <a:xfrm>
            <a:off x="941650" y="795275"/>
            <a:ext cx="2861400" cy="816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Deskripsi dataset</a:t>
            </a:r>
            <a:endParaRPr/>
          </a:p>
        </p:txBody>
      </p:sp>
      <p:sp>
        <p:nvSpPr>
          <p:cNvPr id="732" name="Google Shape;732;p62"/>
          <p:cNvSpPr txBox="1"/>
          <p:nvPr>
            <p:ph idx="13" type="title"/>
          </p:nvPr>
        </p:nvSpPr>
        <p:spPr>
          <a:xfrm>
            <a:off x="966700" y="1417525"/>
            <a:ext cx="2072700" cy="25494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rPr b="1" lang="en" sz="1100">
                <a:solidFill>
                  <a:schemeClr val="accent5"/>
                </a:solidFill>
                <a:latin typeface="Arial"/>
                <a:ea typeface="Arial"/>
                <a:cs typeface="Arial"/>
                <a:sym typeface="Arial"/>
              </a:rPr>
              <a:t>Berisi tentang i</a:t>
            </a:r>
            <a:r>
              <a:rPr b="1" lang="en" sz="1100">
                <a:solidFill>
                  <a:schemeClr val="accent5"/>
                </a:solidFill>
              </a:rPr>
              <a:t>nformasi demografis, karakteristik pekerjaan, kondisi kerja, kebiasaan sehari-hari, serta tingkat kepuasan kerja (job satisfaction)</a:t>
            </a:r>
            <a:r>
              <a:rPr lang="en" sz="1100">
                <a:solidFill>
                  <a:schemeClr val="accent5"/>
                </a:solidFill>
              </a:rPr>
              <a:t>.</a:t>
            </a:r>
            <a:endParaRPr>
              <a:solidFill>
                <a:schemeClr val="accent5"/>
              </a:solidFill>
            </a:endParaRPr>
          </a:p>
          <a:p>
            <a:pPr indent="0" lvl="0" marL="0" rtl="0" algn="l">
              <a:spcBef>
                <a:spcPts val="0"/>
              </a:spcBef>
              <a:spcAft>
                <a:spcPts val="0"/>
              </a:spcAft>
              <a:buSzPts val="3100"/>
              <a:buNone/>
            </a:pPr>
            <a:r>
              <a:rPr lang="en" sz="1100">
                <a:solidFill>
                  <a:schemeClr val="accent5"/>
                </a:solidFill>
              </a:rPr>
              <a:t>Tujuannya adalah untuk menganalisis faktor-faktor yang berhubungan dengan </a:t>
            </a:r>
            <a:r>
              <a:rPr b="1" lang="en" sz="1100">
                <a:solidFill>
                  <a:schemeClr val="accent5"/>
                </a:solidFill>
              </a:rPr>
              <a:t>job satisfaction</a:t>
            </a:r>
            <a:r>
              <a:rPr lang="en" sz="1100">
                <a:solidFill>
                  <a:schemeClr val="accent5"/>
                </a:solidFill>
              </a:rPr>
              <a:t> karyawan.</a:t>
            </a:r>
            <a:endParaRPr>
              <a:solidFill>
                <a:schemeClr val="accent5"/>
              </a:solidFill>
            </a:endParaRPr>
          </a:p>
        </p:txBody>
      </p:sp>
      <p:sp>
        <p:nvSpPr>
          <p:cNvPr id="733" name="Google Shape;733;p62"/>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100"/>
              <a:buNone/>
            </a:pPr>
            <a:r>
              <a:rPr lang="en">
                <a:solidFill>
                  <a:schemeClr val="accent5"/>
                </a:solidFill>
              </a:rPr>
              <a:t>emp_id, gender, age, dept, job_level, wlb, work_env, workload, stress, sleep_hours, training_hours_per_year, job_satisfaction</a:t>
            </a:r>
            <a:endParaRPr>
              <a:solidFill>
                <a:schemeClr val="accent5"/>
              </a:solidFill>
            </a:endParaRPr>
          </a:p>
        </p:txBody>
      </p:sp>
      <p:sp>
        <p:nvSpPr>
          <p:cNvPr id="734" name="Google Shape;734;p62"/>
          <p:cNvSpPr txBox="1"/>
          <p:nvPr>
            <p:ph idx="2" type="title"/>
          </p:nvPr>
        </p:nvSpPr>
        <p:spPr>
          <a:xfrm>
            <a:off x="4399597" y="835425"/>
            <a:ext cx="1703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sz="1600"/>
              <a:t>1. Kolom</a:t>
            </a:r>
            <a:endParaRPr sz="1600"/>
          </a:p>
          <a:p>
            <a:pPr indent="0" lvl="0" marL="0" rtl="0" algn="l">
              <a:spcBef>
                <a:spcPts val="0"/>
              </a:spcBef>
              <a:spcAft>
                <a:spcPts val="0"/>
              </a:spcAft>
              <a:buSzPts val="3000"/>
              <a:buNone/>
            </a:pPr>
            <a:r>
              <a:t/>
            </a:r>
            <a:endParaRPr sz="1600"/>
          </a:p>
        </p:txBody>
      </p:sp>
      <p:sp>
        <p:nvSpPr>
          <p:cNvPr id="735" name="Google Shape;735;p62"/>
          <p:cNvSpPr txBox="1"/>
          <p:nvPr>
            <p:ph idx="3" type="title"/>
          </p:nvPr>
        </p:nvSpPr>
        <p:spPr>
          <a:xfrm>
            <a:off x="6496050" y="835425"/>
            <a:ext cx="1856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sz="1600"/>
              <a:t>2. Variabel target</a:t>
            </a:r>
            <a:endParaRPr sz="1600"/>
          </a:p>
          <a:p>
            <a:pPr indent="0" lvl="0" marL="0" rtl="0" algn="l">
              <a:spcBef>
                <a:spcPts val="0"/>
              </a:spcBef>
              <a:spcAft>
                <a:spcPts val="0"/>
              </a:spcAft>
              <a:buSzPts val="3000"/>
              <a:buNone/>
            </a:pPr>
            <a:r>
              <a:t/>
            </a:r>
            <a:endParaRPr sz="1600"/>
          </a:p>
        </p:txBody>
      </p:sp>
      <p:sp>
        <p:nvSpPr>
          <p:cNvPr id="736" name="Google Shape;736;p62"/>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workload, stress, sleep_hours, dept, job_level, dll.</a:t>
            </a:r>
            <a:endParaRPr/>
          </a:p>
        </p:txBody>
      </p:sp>
      <p:sp>
        <p:nvSpPr>
          <p:cNvPr id="737" name="Google Shape;737;p62"/>
          <p:cNvSpPr txBox="1"/>
          <p:nvPr>
            <p:ph idx="4" type="title"/>
          </p:nvPr>
        </p:nvSpPr>
        <p:spPr>
          <a:xfrm>
            <a:off x="4385600" y="2797575"/>
            <a:ext cx="17763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sz="1500"/>
              <a:t>3. Variabel faktor:</a:t>
            </a:r>
            <a:endParaRPr sz="1500"/>
          </a:p>
          <a:p>
            <a:pPr indent="0" lvl="0" marL="0" rtl="0" algn="l">
              <a:spcBef>
                <a:spcPts val="0"/>
              </a:spcBef>
              <a:spcAft>
                <a:spcPts val="0"/>
              </a:spcAft>
              <a:buSzPts val="3000"/>
              <a:buNone/>
            </a:pPr>
            <a:r>
              <a:t/>
            </a:r>
            <a:endParaRPr sz="1500"/>
          </a:p>
        </p:txBody>
      </p:sp>
      <p:sp>
        <p:nvSpPr>
          <p:cNvPr id="738" name="Google Shape;738;p62"/>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100"/>
              <a:buNone/>
            </a:pPr>
            <a:r>
              <a:rPr lang="en"/>
              <a:t>job_satisfaction (1–5)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42" name="Shape 742"/>
        <p:cNvGrpSpPr/>
        <p:nvPr/>
      </p:nvGrpSpPr>
      <p:grpSpPr>
        <a:xfrm>
          <a:off x="0" y="0"/>
          <a:ext cx="0" cy="0"/>
          <a:chOff x="0" y="0"/>
          <a:chExt cx="0" cy="0"/>
        </a:xfrm>
      </p:grpSpPr>
      <p:sp>
        <p:nvSpPr>
          <p:cNvPr descr="Slide theme title" id="743" name="Google Shape;743;p63"/>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200"/>
              <a:buNone/>
            </a:pPr>
            <a:r>
              <a:rPr lang="en"/>
              <a:t>Preprocessing</a:t>
            </a:r>
            <a:endParaRPr/>
          </a:p>
        </p:txBody>
      </p:sp>
      <p:pic>
        <p:nvPicPr>
          <p:cNvPr id="744" name="Google Shape;744;p63"/>
          <p:cNvPicPr preferRelativeResize="0"/>
          <p:nvPr/>
        </p:nvPicPr>
        <p:blipFill>
          <a:blip r:embed="rId3">
            <a:alphaModFix/>
          </a:blip>
          <a:stretch>
            <a:fillRect/>
          </a:stretch>
        </p:blipFill>
        <p:spPr>
          <a:xfrm>
            <a:off x="35525" y="1553050"/>
            <a:ext cx="5322926" cy="3487200"/>
          </a:xfrm>
          <a:prstGeom prst="rect">
            <a:avLst/>
          </a:prstGeom>
          <a:noFill/>
          <a:ln>
            <a:noFill/>
          </a:ln>
        </p:spPr>
      </p:pic>
      <p:sp>
        <p:nvSpPr>
          <p:cNvPr descr="Slide theme title" id="745" name="Google Shape;745;p63"/>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p>
            <a:pPr indent="0" lvl="0" marL="0" rtl="0" algn="l">
              <a:lnSpc>
                <a:spcPct val="80000"/>
              </a:lnSpc>
              <a:spcBef>
                <a:spcPts val="1000"/>
              </a:spcBef>
              <a:spcAft>
                <a:spcPts val="0"/>
              </a:spcAft>
              <a:buClr>
                <a:schemeClr val="dk1"/>
              </a:buClr>
              <a:buSzPts val="1600"/>
              <a:buFont typeface="Arial"/>
              <a:buNone/>
            </a:pPr>
            <a:r>
              <a:rPr lang="en" sz="1400"/>
              <a:t>Cheking Missing Value</a:t>
            </a:r>
            <a:endParaRPr sz="1400"/>
          </a:p>
          <a:p>
            <a:pPr indent="0" lvl="0" marL="0" rtl="0" algn="l">
              <a:lnSpc>
                <a:spcPct val="80000"/>
              </a:lnSpc>
              <a:spcBef>
                <a:spcPts val="1000"/>
              </a:spcBef>
              <a:spcAft>
                <a:spcPts val="0"/>
              </a:spcAft>
              <a:buClr>
                <a:schemeClr val="dk1"/>
              </a:buClr>
              <a:buSzPts val="1600"/>
              <a:buFont typeface="Arial"/>
              <a:buNone/>
            </a:pPr>
            <a:r>
              <a:rPr lang="en" sz="1400"/>
              <a:t>The data does not have missing values ​​so we can proceed to the next stage</a:t>
            </a:r>
            <a:endParaRPr sz="1400"/>
          </a:p>
          <a:p>
            <a:pPr indent="0" lvl="0" marL="0" rtl="0" algn="l">
              <a:lnSpc>
                <a:spcPct val="80000"/>
              </a:lnSpc>
              <a:spcBef>
                <a:spcPts val="0"/>
              </a:spcBef>
              <a:spcAft>
                <a:spcPts val="0"/>
              </a:spcAft>
              <a:buSzPts val="1000"/>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p:nvPr/>
        </p:nvSpPr>
        <p:spPr>
          <a:xfrm>
            <a:off x="7002862" y="61955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51" name="Google Shape;751;p64"/>
          <p:cNvSpPr/>
          <p:nvPr/>
        </p:nvSpPr>
        <p:spPr>
          <a:xfrm>
            <a:off x="2825150" y="2125400"/>
            <a:ext cx="23259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52" name="Google Shape;752;p64"/>
          <p:cNvSpPr/>
          <p:nvPr/>
        </p:nvSpPr>
        <p:spPr>
          <a:xfrm>
            <a:off x="7002737" y="363710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descr="Slide theme title" id="753" name="Google Shape;753;p64"/>
          <p:cNvSpPr txBox="1"/>
          <p:nvPr>
            <p:ph type="title"/>
          </p:nvPr>
        </p:nvSpPr>
        <p:spPr>
          <a:xfrm>
            <a:off x="929475" y="914400"/>
            <a:ext cx="3633000" cy="10773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2400"/>
              <a:buNone/>
            </a:pPr>
            <a:r>
              <a:rPr lang="en"/>
              <a:t>Data Exploration</a:t>
            </a:r>
            <a:endParaRPr/>
          </a:p>
        </p:txBody>
      </p:sp>
      <p:sp>
        <p:nvSpPr>
          <p:cNvPr descr="Slide theme subtitle" id="754" name="Google Shape;754;p64"/>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200"/>
              <a:buNone/>
            </a:pPr>
            <a:r>
              <a:rPr lang="en"/>
              <a:t>Job Satisfaction</a:t>
            </a:r>
            <a:endParaRPr/>
          </a:p>
        </p:txBody>
      </p:sp>
      <p:sp>
        <p:nvSpPr>
          <p:cNvPr descr="Slide theme subtitle" id="755" name="Google Shape;755;p64"/>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200"/>
              <a:buNone/>
            </a:pPr>
            <a:r>
              <a:rPr lang="en"/>
              <a:t>Percentage</a:t>
            </a:r>
            <a:r>
              <a:rPr lang="en"/>
              <a:t> of job satisafaction</a:t>
            </a:r>
            <a:endParaRPr/>
          </a:p>
        </p:txBody>
      </p:sp>
      <p:sp>
        <p:nvSpPr>
          <p:cNvPr descr="Slide theme subtitle" id="756" name="Google Shape;756;p64"/>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Clr>
                <a:schemeClr val="dk1"/>
              </a:buClr>
              <a:buSzPts val="1000"/>
              <a:buFont typeface="Arial"/>
              <a:buNone/>
            </a:pPr>
            <a:r>
              <a:rPr lang="en" sz="1000"/>
              <a:t>Most of the ratings 1 - 5 </a:t>
            </a:r>
            <a:endParaRPr/>
          </a:p>
        </p:txBody>
      </p:sp>
      <p:sp>
        <p:nvSpPr>
          <p:cNvPr descr="Slide theme description" id="757" name="Google Shape;757;p64"/>
          <p:cNvSpPr txBox="1"/>
          <p:nvPr>
            <p:ph idx="1" type="body"/>
          </p:nvPr>
        </p:nvSpPr>
        <p:spPr>
          <a:xfrm>
            <a:off x="3257120" y="2735982"/>
            <a:ext cx="15789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t>The highest percentage rating from the job satisfaction survey was rating 4 at 40.74%.</a:t>
            </a:r>
            <a:endParaRPr/>
          </a:p>
        </p:txBody>
      </p:sp>
      <p:sp>
        <p:nvSpPr>
          <p:cNvPr descr="Slide theme description" id="758" name="Google Shape;758;p64"/>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000"/>
              <a:buNone/>
            </a:pPr>
            <a:r>
              <a:rPr lang="en"/>
              <a:t>Most of the ratings 1 - 5 are from the IT department</a:t>
            </a:r>
            <a:endParaRPr/>
          </a:p>
        </p:txBody>
      </p:sp>
      <p:sp>
        <p:nvSpPr>
          <p:cNvPr descr="Slide theme description" id="759" name="Google Shape;759;p64"/>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000"/>
              <a:buNone/>
            </a:pPr>
            <a:r>
              <a:rPr lang="en"/>
              <a:t>The highest rating from the job satisfaction survey is rating 4</a:t>
            </a:r>
            <a:endParaRPr/>
          </a:p>
        </p:txBody>
      </p:sp>
      <p:pic>
        <p:nvPicPr>
          <p:cNvPr id="760" name="Google Shape;760;p64"/>
          <p:cNvPicPr preferRelativeResize="0"/>
          <p:nvPr/>
        </p:nvPicPr>
        <p:blipFill>
          <a:blip r:embed="rId3">
            <a:alphaModFix/>
          </a:blip>
          <a:stretch>
            <a:fillRect/>
          </a:stretch>
        </p:blipFill>
        <p:spPr>
          <a:xfrm>
            <a:off x="4057650" y="617753"/>
            <a:ext cx="2945079" cy="1513500"/>
          </a:xfrm>
          <a:prstGeom prst="rect">
            <a:avLst/>
          </a:prstGeom>
          <a:noFill/>
          <a:ln>
            <a:noFill/>
          </a:ln>
        </p:spPr>
      </p:pic>
      <p:pic>
        <p:nvPicPr>
          <p:cNvPr id="761" name="Google Shape;761;p64"/>
          <p:cNvPicPr preferRelativeResize="0"/>
          <p:nvPr/>
        </p:nvPicPr>
        <p:blipFill>
          <a:blip r:embed="rId4">
            <a:alphaModFix/>
          </a:blip>
          <a:stretch>
            <a:fillRect/>
          </a:stretch>
        </p:blipFill>
        <p:spPr>
          <a:xfrm>
            <a:off x="284175" y="2123600"/>
            <a:ext cx="2542165" cy="1513500"/>
          </a:xfrm>
          <a:prstGeom prst="rect">
            <a:avLst/>
          </a:prstGeom>
          <a:noFill/>
          <a:ln>
            <a:noFill/>
          </a:ln>
        </p:spPr>
      </p:pic>
      <p:pic>
        <p:nvPicPr>
          <p:cNvPr id="762" name="Google Shape;762;p64"/>
          <p:cNvPicPr preferRelativeResize="0"/>
          <p:nvPr/>
        </p:nvPicPr>
        <p:blipFill>
          <a:blip r:embed="rId5">
            <a:alphaModFix/>
          </a:blip>
          <a:stretch>
            <a:fillRect/>
          </a:stretch>
        </p:blipFill>
        <p:spPr>
          <a:xfrm>
            <a:off x="4833375" y="3621412"/>
            <a:ext cx="2141100" cy="154127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5"/>
          <p:cNvSpPr txBox="1"/>
          <p:nvPr>
            <p:ph type="title"/>
          </p:nvPr>
        </p:nvSpPr>
        <p:spPr>
          <a:xfrm>
            <a:off x="901475" y="907075"/>
            <a:ext cx="4695000" cy="8625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t/>
            </a:r>
            <a:endParaRPr/>
          </a:p>
        </p:txBody>
      </p:sp>
      <p:sp>
        <p:nvSpPr>
          <p:cNvPr id="768" name="Google Shape;768;p65"/>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t/>
            </a:r>
            <a:endParaRPr/>
          </a:p>
        </p:txBody>
      </p:sp>
      <p:pic>
        <p:nvPicPr>
          <p:cNvPr id="769" name="Google Shape;769;p65"/>
          <p:cNvPicPr preferRelativeResize="0"/>
          <p:nvPr/>
        </p:nvPicPr>
        <p:blipFill>
          <a:blip r:embed="rId3">
            <a:alphaModFix/>
          </a:blip>
          <a:stretch>
            <a:fillRect/>
          </a:stretch>
        </p:blipFill>
        <p:spPr>
          <a:xfrm>
            <a:off x="703493" y="142875"/>
            <a:ext cx="7737029" cy="4857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6"/>
          <p:cNvSpPr txBox="1"/>
          <p:nvPr>
            <p:ph type="title"/>
          </p:nvPr>
        </p:nvSpPr>
        <p:spPr>
          <a:xfrm>
            <a:off x="901475" y="907075"/>
            <a:ext cx="4695000" cy="8625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t/>
            </a:r>
            <a:endParaRPr/>
          </a:p>
        </p:txBody>
      </p:sp>
      <p:sp>
        <p:nvSpPr>
          <p:cNvPr id="775" name="Google Shape;775;p66"/>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t/>
            </a:r>
            <a:endParaRPr/>
          </a:p>
        </p:txBody>
      </p:sp>
      <p:pic>
        <p:nvPicPr>
          <p:cNvPr id="776" name="Google Shape;776;p66"/>
          <p:cNvPicPr preferRelativeResize="0"/>
          <p:nvPr/>
        </p:nvPicPr>
        <p:blipFill>
          <a:blip r:embed="rId3">
            <a:alphaModFix/>
          </a:blip>
          <a:stretch>
            <a:fillRect/>
          </a:stretch>
        </p:blipFill>
        <p:spPr>
          <a:xfrm>
            <a:off x="534468" y="62951"/>
            <a:ext cx="8075050" cy="50175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7"/>
          <p:cNvSpPr/>
          <p:nvPr/>
        </p:nvSpPr>
        <p:spPr>
          <a:xfrm>
            <a:off x="4895250" y="786055"/>
            <a:ext cx="3354000" cy="11319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descr="Upcoming milestone description" id="782" name="Google Shape;782;p67"/>
          <p:cNvSpPr txBox="1"/>
          <p:nvPr>
            <p:ph idx="8" type="title"/>
          </p:nvPr>
        </p:nvSpPr>
        <p:spPr>
          <a:xfrm>
            <a:off x="5030550" y="833155"/>
            <a:ext cx="3083400" cy="1037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b="1" lang="en"/>
              <a:t>Job satisfaction vs WLB (0.25) &amp; Work_env (0.25)</a:t>
            </a:r>
            <a:r>
              <a:rPr lang="en"/>
              <a:t> This means that job satisfaction is somewhat influenced by work-life balance and work environment, although the correlation is not very high.</a:t>
            </a:r>
            <a:endParaRPr/>
          </a:p>
        </p:txBody>
      </p:sp>
      <p:pic>
        <p:nvPicPr>
          <p:cNvPr id="783" name="Google Shape;783;p67" title="download.png"/>
          <p:cNvPicPr preferRelativeResize="0"/>
          <p:nvPr/>
        </p:nvPicPr>
        <p:blipFill>
          <a:blip r:embed="rId3">
            <a:alphaModFix/>
          </a:blip>
          <a:stretch>
            <a:fillRect/>
          </a:stretch>
        </p:blipFill>
        <p:spPr>
          <a:xfrm>
            <a:off x="65550" y="791877"/>
            <a:ext cx="4818753" cy="4310200"/>
          </a:xfrm>
          <a:prstGeom prst="rect">
            <a:avLst/>
          </a:prstGeom>
          <a:noFill/>
          <a:ln>
            <a:noFill/>
          </a:ln>
        </p:spPr>
      </p:pic>
      <p:sp>
        <p:nvSpPr>
          <p:cNvPr id="784" name="Google Shape;784;p67"/>
          <p:cNvSpPr txBox="1"/>
          <p:nvPr/>
        </p:nvSpPr>
        <p:spPr>
          <a:xfrm>
            <a:off x="0" y="432955"/>
            <a:ext cx="447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Correlation related to Job satisfaction</a:t>
            </a:r>
            <a:endParaRPr b="1"/>
          </a:p>
        </p:txBody>
      </p:sp>
      <p:sp>
        <p:nvSpPr>
          <p:cNvPr id="785" name="Google Shape;785;p67"/>
          <p:cNvSpPr/>
          <p:nvPr/>
        </p:nvSpPr>
        <p:spPr>
          <a:xfrm>
            <a:off x="4895250" y="1928089"/>
            <a:ext cx="3354000" cy="6201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descr="Upcoming milestone description" id="786" name="Google Shape;786;p67"/>
          <p:cNvSpPr txBox="1"/>
          <p:nvPr>
            <p:ph idx="8" type="title"/>
          </p:nvPr>
        </p:nvSpPr>
        <p:spPr>
          <a:xfrm>
            <a:off x="5070973" y="2072409"/>
            <a:ext cx="3083400" cy="1037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b="1" lang="en"/>
              <a:t>Job satisfaction vs Workload (-0.25)</a:t>
            </a:r>
            <a:r>
              <a:rPr lang="en"/>
              <a:t> High workload tends to lower job satisfaction.</a:t>
            </a:r>
            <a:endParaRPr/>
          </a:p>
        </p:txBody>
      </p:sp>
      <p:sp>
        <p:nvSpPr>
          <p:cNvPr id="787" name="Google Shape;787;p67"/>
          <p:cNvSpPr/>
          <p:nvPr/>
        </p:nvSpPr>
        <p:spPr>
          <a:xfrm>
            <a:off x="4895250" y="2558326"/>
            <a:ext cx="3354000" cy="6201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descr="Upcoming milestone description" id="788" name="Google Shape;788;p67"/>
          <p:cNvSpPr txBox="1"/>
          <p:nvPr>
            <p:ph idx="8" type="title"/>
          </p:nvPr>
        </p:nvSpPr>
        <p:spPr>
          <a:xfrm>
            <a:off x="5079055" y="2672195"/>
            <a:ext cx="3083400" cy="1037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b="1" lang="en"/>
              <a:t>Job satisfaction vs Stress (-0.19) </a:t>
            </a:r>
            <a:r>
              <a:rPr lang="en"/>
              <a:t>Higher stress also slightly lowers job satisfaction.</a:t>
            </a:r>
            <a:endParaRPr/>
          </a:p>
        </p:txBody>
      </p:sp>
      <p:sp>
        <p:nvSpPr>
          <p:cNvPr id="789" name="Google Shape;789;p67"/>
          <p:cNvSpPr/>
          <p:nvPr/>
        </p:nvSpPr>
        <p:spPr>
          <a:xfrm>
            <a:off x="4895250" y="3188580"/>
            <a:ext cx="3354000" cy="11319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descr="Upcoming milestone description" id="790" name="Google Shape;790;p67"/>
          <p:cNvSpPr txBox="1"/>
          <p:nvPr>
            <p:ph idx="8" type="title"/>
          </p:nvPr>
        </p:nvSpPr>
        <p:spPr>
          <a:xfrm>
            <a:off x="5030550" y="3311655"/>
            <a:ext cx="3083400" cy="1037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The conclusion of the initial hypothesis about job satisfaction is that it is most influenced by</a:t>
            </a:r>
            <a:r>
              <a:rPr b="1" lang="en"/>
              <a:t> workload factors (negative), stress (negative), work-life balance (positive), and work environment (positive).</a:t>
            </a:r>
            <a:endParaRPr/>
          </a:p>
        </p:txBody>
      </p:sp>
      <p:sp>
        <p:nvSpPr>
          <p:cNvPr id="791" name="Google Shape;791;p67"/>
          <p:cNvSpPr txBox="1"/>
          <p:nvPr/>
        </p:nvSpPr>
        <p:spPr>
          <a:xfrm>
            <a:off x="65550" y="85655"/>
            <a:ext cx="447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Numeric Corelation</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grpSp>
        <p:nvGrpSpPr>
          <p:cNvPr id="796" name="Google Shape;796;p68"/>
          <p:cNvGrpSpPr/>
          <p:nvPr/>
        </p:nvGrpSpPr>
        <p:grpSpPr>
          <a:xfrm>
            <a:off x="6669394" y="1233289"/>
            <a:ext cx="750966" cy="862557"/>
            <a:chOff x="6071775" y="2386700"/>
            <a:chExt cx="1308075" cy="1502450"/>
          </a:xfrm>
        </p:grpSpPr>
        <p:sp>
          <p:nvSpPr>
            <p:cNvPr descr="A lightbulb icon." id="797" name="Google Shape;797;p68"/>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98" name="Google Shape;798;p68"/>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99" name="Google Shape;799;p68"/>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0" name="Google Shape;800;p68"/>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1" name="Google Shape;801;p68"/>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2" name="Google Shape;802;p68"/>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3" name="Google Shape;803;p68"/>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4" name="Google Shape;804;p68"/>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5" name="Google Shape;805;p68"/>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6" name="Google Shape;806;p68"/>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7" name="Google Shape;807;p68"/>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08" name="Google Shape;808;p68"/>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pic>
        <p:nvPicPr>
          <p:cNvPr id="809" name="Google Shape;809;p68"/>
          <p:cNvPicPr preferRelativeResize="0"/>
          <p:nvPr/>
        </p:nvPicPr>
        <p:blipFill>
          <a:blip r:embed="rId3">
            <a:alphaModFix/>
          </a:blip>
          <a:stretch>
            <a:fillRect/>
          </a:stretch>
        </p:blipFill>
        <p:spPr>
          <a:xfrm>
            <a:off x="4158668" y="474676"/>
            <a:ext cx="4787775" cy="3798302"/>
          </a:xfrm>
          <a:prstGeom prst="rect">
            <a:avLst/>
          </a:prstGeom>
          <a:noFill/>
          <a:ln>
            <a:noFill/>
          </a:ln>
        </p:spPr>
      </p:pic>
      <p:sp>
        <p:nvSpPr>
          <p:cNvPr id="810" name="Google Shape;810;p68"/>
          <p:cNvSpPr txBox="1"/>
          <p:nvPr/>
        </p:nvSpPr>
        <p:spPr>
          <a:xfrm>
            <a:off x="191750" y="489100"/>
            <a:ext cx="3838800" cy="40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2"/>
                </a:solidFill>
                <a:latin typeface="Lato"/>
                <a:ea typeface="Lato"/>
                <a:cs typeface="Lato"/>
                <a:sym typeface="Lato"/>
              </a:rPr>
              <a:t>1. Workload vs. Job Satisfaction</a:t>
            </a:r>
            <a:endParaRPr b="1"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Low job satisfaction (1–2) → higher median workload (around 3–4).</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High job satisfaction (4–5) → lower median workload (around 2).</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A trend is observed: the </a:t>
            </a:r>
            <a:r>
              <a:rPr b="1" lang="en" sz="1300">
                <a:solidFill>
                  <a:schemeClr val="dk2"/>
                </a:solidFill>
                <a:latin typeface="Lato"/>
                <a:ea typeface="Lato"/>
                <a:cs typeface="Lato"/>
                <a:sym typeface="Lato"/>
              </a:rPr>
              <a:t>higher the job satisfaction</a:t>
            </a:r>
            <a:r>
              <a:rPr lang="en" sz="1300">
                <a:solidFill>
                  <a:schemeClr val="dk2"/>
                </a:solidFill>
                <a:latin typeface="Lato"/>
                <a:ea typeface="Lato"/>
                <a:cs typeface="Lato"/>
                <a:sym typeface="Lato"/>
              </a:rPr>
              <a:t>, the lower the </a:t>
            </a:r>
            <a:r>
              <a:rPr b="1" lang="en" sz="1300">
                <a:solidFill>
                  <a:schemeClr val="dk2"/>
                </a:solidFill>
                <a:latin typeface="Lato"/>
                <a:ea typeface="Lato"/>
                <a:cs typeface="Lato"/>
                <a:sym typeface="Lato"/>
              </a:rPr>
              <a:t>perceived workload.</a:t>
            </a:r>
            <a:endParaRPr b="1"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Workload varies considerably across all satisfaction levels, but there is a pattern of decreasing average workload at higher job satisfaction levels.</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300">
                <a:solidFill>
                  <a:schemeClr val="dk2"/>
                </a:solidFill>
                <a:latin typeface="Lato"/>
                <a:ea typeface="Lato"/>
                <a:cs typeface="Lato"/>
                <a:sym typeface="Lato"/>
              </a:rPr>
              <a:t>High workload tends to decrease job satisfaction.</a:t>
            </a:r>
            <a:endParaRPr b="1"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p:txBody>
      </p:sp>
      <p:sp>
        <p:nvSpPr>
          <p:cNvPr id="811" name="Google Shape;811;p68"/>
          <p:cNvSpPr txBox="1"/>
          <p:nvPr/>
        </p:nvSpPr>
        <p:spPr>
          <a:xfrm>
            <a:off x="65550" y="85655"/>
            <a:ext cx="447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Result</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grpSp>
        <p:nvGrpSpPr>
          <p:cNvPr id="816" name="Google Shape;816;p69"/>
          <p:cNvGrpSpPr/>
          <p:nvPr/>
        </p:nvGrpSpPr>
        <p:grpSpPr>
          <a:xfrm>
            <a:off x="6669394" y="1233289"/>
            <a:ext cx="750966" cy="862557"/>
            <a:chOff x="6071775" y="2386700"/>
            <a:chExt cx="1308075" cy="1502450"/>
          </a:xfrm>
        </p:grpSpPr>
        <p:sp>
          <p:nvSpPr>
            <p:cNvPr descr="A lightbulb icon." id="817" name="Google Shape;817;p69"/>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18" name="Google Shape;818;p69"/>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19" name="Google Shape;819;p69"/>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0" name="Google Shape;820;p69"/>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1" name="Google Shape;821;p69"/>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2" name="Google Shape;822;p69"/>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3" name="Google Shape;823;p69"/>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4" name="Google Shape;824;p69"/>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5" name="Google Shape;825;p69"/>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6" name="Google Shape;826;p69"/>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7" name="Google Shape;827;p69"/>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828" name="Google Shape;828;p69"/>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pic>
        <p:nvPicPr>
          <p:cNvPr id="829" name="Google Shape;829;p69"/>
          <p:cNvPicPr preferRelativeResize="0"/>
          <p:nvPr/>
        </p:nvPicPr>
        <p:blipFill>
          <a:blip r:embed="rId3">
            <a:alphaModFix/>
          </a:blip>
          <a:stretch>
            <a:fillRect/>
          </a:stretch>
        </p:blipFill>
        <p:spPr>
          <a:xfrm>
            <a:off x="4257463" y="285751"/>
            <a:ext cx="4629575" cy="3777800"/>
          </a:xfrm>
          <a:prstGeom prst="rect">
            <a:avLst/>
          </a:prstGeom>
          <a:noFill/>
          <a:ln>
            <a:noFill/>
          </a:ln>
        </p:spPr>
      </p:pic>
      <p:sp>
        <p:nvSpPr>
          <p:cNvPr id="830" name="Google Shape;830;p69"/>
          <p:cNvSpPr txBox="1"/>
          <p:nvPr/>
        </p:nvSpPr>
        <p:spPr>
          <a:xfrm>
            <a:off x="584100" y="489111"/>
            <a:ext cx="3576300" cy="40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2.</a:t>
            </a:r>
            <a:r>
              <a:rPr b="1" lang="en" sz="1300">
                <a:solidFill>
                  <a:schemeClr val="dk2"/>
                </a:solidFill>
                <a:latin typeface="Lato"/>
                <a:ea typeface="Lato"/>
                <a:cs typeface="Lato"/>
                <a:sym typeface="Lato"/>
              </a:rPr>
              <a:t> Stress vs. Job Vacation</a:t>
            </a:r>
            <a:endParaRPr b="1"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Low job satisfaction (1–2) → higher median stress (2–3).</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High job satisfaction (4–5) → lower median stress (around 1–2).</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300">
                <a:solidFill>
                  <a:schemeClr val="dk2"/>
                </a:solidFill>
                <a:latin typeface="Lato"/>
                <a:ea typeface="Lato"/>
                <a:cs typeface="Lato"/>
                <a:sym typeface="Lato"/>
              </a:rPr>
              <a:t>There are several high-stress outliers (4–5) at all levels of job satisfaction, meaning that although the majority of those with high satisfaction have low stress, there are still individuals who are stressed even though they are satisfied with their jobs.</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300">
              <a:solidFill>
                <a:schemeClr val="dk2"/>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300">
                <a:solidFill>
                  <a:schemeClr val="dk2"/>
                </a:solidFill>
                <a:latin typeface="Lato"/>
                <a:ea typeface="Lato"/>
                <a:cs typeface="Lato"/>
                <a:sym typeface="Lato"/>
              </a:rPr>
              <a:t>The lower the stress, the higher the job satisfaction.</a:t>
            </a:r>
            <a:endParaRPr b="1"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p:txBody>
      </p:sp>
      <p:sp>
        <p:nvSpPr>
          <p:cNvPr id="831" name="Google Shape;831;p69"/>
          <p:cNvSpPr txBox="1"/>
          <p:nvPr/>
        </p:nvSpPr>
        <p:spPr>
          <a:xfrm>
            <a:off x="65550" y="85655"/>
            <a:ext cx="447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Result</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0"/>
          <p:cNvSpPr/>
          <p:nvPr/>
        </p:nvSpPr>
        <p:spPr>
          <a:xfrm flipH="1" rot="10800000">
            <a:off x="-10550" y="-6150"/>
            <a:ext cx="4868700" cy="3121500"/>
          </a:xfrm>
          <a:prstGeom prst="snip1Rect">
            <a:avLst>
              <a:gd fmla="val 1783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37" name="Google Shape;837;p70"/>
          <p:cNvSpPr txBox="1"/>
          <p:nvPr>
            <p:ph idx="4" type="title"/>
          </p:nvPr>
        </p:nvSpPr>
        <p:spPr>
          <a:xfrm>
            <a:off x="2697750" y="2156075"/>
            <a:ext cx="3748500" cy="1091100"/>
          </a:xfrm>
          <a:prstGeom prst="rect">
            <a:avLst/>
          </a:prstGeom>
        </p:spPr>
        <p:txBody>
          <a:bodyPr anchorCtr="0" anchor="ctr" bIns="0" lIns="0" spcFirstLastPara="1" rIns="91425" wrap="square" tIns="0">
            <a:noAutofit/>
          </a:bodyPr>
          <a:lstStyle/>
          <a:p>
            <a:pPr indent="0" lvl="0" marL="0" rtl="0" algn="l">
              <a:lnSpc>
                <a:spcPct val="90000"/>
              </a:lnSpc>
              <a:spcBef>
                <a:spcPts val="0"/>
              </a:spcBef>
              <a:spcAft>
                <a:spcPts val="0"/>
              </a:spcAft>
              <a:buSzPts val="48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